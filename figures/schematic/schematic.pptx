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82296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63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1851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lumn glow outer"/>
          <p:cNvSpPr/>
          <p:nvPr/>
        </p:nvSpPr>
        <p:spPr>
          <a:xfrm>
            <a:off x="961034" y="2889504"/>
            <a:ext cx="1644091" cy="3571646"/>
          </a:xfrm>
          <a:custGeom>
            <a:avLst/>
            <a:gdLst/>
            <a:ahLst/>
            <a:cxnLst/>
            <a:rect l="l" t="t" r="r" b="b"/>
            <a:pathLst>
              <a:path w="1644091" h="3571646">
                <a:moveTo>
                  <a:pt x="1644091" y="3571646"/>
                </a:moveTo>
                <a:lnTo>
                  <a:pt x="1632957" y="3541633"/>
                </a:lnTo>
                <a:lnTo>
                  <a:pt x="1622176" y="3511619"/>
                </a:lnTo>
                <a:lnTo>
                  <a:pt x="1611735" y="3481605"/>
                </a:lnTo>
                <a:lnTo>
                  <a:pt x="1601622" y="3451591"/>
                </a:lnTo>
                <a:lnTo>
                  <a:pt x="1591827" y="3421577"/>
                </a:lnTo>
                <a:lnTo>
                  <a:pt x="1582336" y="3391563"/>
                </a:lnTo>
                <a:lnTo>
                  <a:pt x="1573141" y="3361550"/>
                </a:lnTo>
                <a:lnTo>
                  <a:pt x="1564228" y="3331536"/>
                </a:lnTo>
                <a:lnTo>
                  <a:pt x="1555589" y="3301522"/>
                </a:lnTo>
                <a:lnTo>
                  <a:pt x="1547213" y="3271508"/>
                </a:lnTo>
                <a:lnTo>
                  <a:pt x="1539089" y="3241494"/>
                </a:lnTo>
                <a:lnTo>
                  <a:pt x="1531209" y="3211480"/>
                </a:lnTo>
                <a:lnTo>
                  <a:pt x="1523562" y="3181467"/>
                </a:lnTo>
                <a:lnTo>
                  <a:pt x="1516139" y="3151453"/>
                </a:lnTo>
                <a:lnTo>
                  <a:pt x="1508932" y="3121439"/>
                </a:lnTo>
                <a:lnTo>
                  <a:pt x="1501932" y="3091425"/>
                </a:lnTo>
                <a:lnTo>
                  <a:pt x="1495130" y="3061411"/>
                </a:lnTo>
                <a:lnTo>
                  <a:pt x="1488518" y="3031397"/>
                </a:lnTo>
                <a:lnTo>
                  <a:pt x="1482088" y="3001384"/>
                </a:lnTo>
                <a:lnTo>
                  <a:pt x="1475832" y="2971370"/>
                </a:lnTo>
                <a:lnTo>
                  <a:pt x="1469742" y="2941356"/>
                </a:lnTo>
                <a:lnTo>
                  <a:pt x="1463812" y="2911342"/>
                </a:lnTo>
                <a:lnTo>
                  <a:pt x="1458034" y="2881328"/>
                </a:lnTo>
                <a:lnTo>
                  <a:pt x="1452401" y="2851314"/>
                </a:lnTo>
                <a:lnTo>
                  <a:pt x="1446907" y="2821301"/>
                </a:lnTo>
                <a:lnTo>
                  <a:pt x="1441545" y="2791287"/>
                </a:lnTo>
                <a:lnTo>
                  <a:pt x="1436308" y="2761273"/>
                </a:lnTo>
                <a:lnTo>
                  <a:pt x="1431190" y="2731259"/>
                </a:lnTo>
                <a:lnTo>
                  <a:pt x="1426186" y="2701245"/>
                </a:lnTo>
                <a:lnTo>
                  <a:pt x="1421289" y="2671231"/>
                </a:lnTo>
                <a:lnTo>
                  <a:pt x="1416495" y="2641218"/>
                </a:lnTo>
                <a:lnTo>
                  <a:pt x="1411797" y="2611204"/>
                </a:lnTo>
                <a:lnTo>
                  <a:pt x="1407190" y="2581190"/>
                </a:lnTo>
                <a:lnTo>
                  <a:pt x="1402669" y="2551176"/>
                </a:lnTo>
                <a:lnTo>
                  <a:pt x="1398230" y="2521162"/>
                </a:lnTo>
                <a:lnTo>
                  <a:pt x="1393866" y="2491148"/>
                </a:lnTo>
                <a:lnTo>
                  <a:pt x="1389575" y="2461134"/>
                </a:lnTo>
                <a:lnTo>
                  <a:pt x="1385350" y="2431121"/>
                </a:lnTo>
                <a:lnTo>
                  <a:pt x="1381188" y="2401107"/>
                </a:lnTo>
                <a:lnTo>
                  <a:pt x="1377085" y="2371093"/>
                </a:lnTo>
                <a:lnTo>
                  <a:pt x="1373036" y="2341079"/>
                </a:lnTo>
                <a:lnTo>
                  <a:pt x="1369038" y="2311065"/>
                </a:lnTo>
                <a:lnTo>
                  <a:pt x="1365086" y="2281051"/>
                </a:lnTo>
                <a:lnTo>
                  <a:pt x="1361177" y="2251038"/>
                </a:lnTo>
                <a:lnTo>
                  <a:pt x="1357307" y="2221024"/>
                </a:lnTo>
                <a:lnTo>
                  <a:pt x="1353473" y="2191010"/>
                </a:lnTo>
                <a:lnTo>
                  <a:pt x="1349671" y="2160996"/>
                </a:lnTo>
                <a:lnTo>
                  <a:pt x="1345899" y="2130982"/>
                </a:lnTo>
                <a:lnTo>
                  <a:pt x="1342152" y="2100968"/>
                </a:lnTo>
                <a:lnTo>
                  <a:pt x="1338428" y="2070955"/>
                </a:lnTo>
                <a:lnTo>
                  <a:pt x="1334724" y="2040941"/>
                </a:lnTo>
                <a:lnTo>
                  <a:pt x="1331036" y="2010927"/>
                </a:lnTo>
                <a:lnTo>
                  <a:pt x="1327363" y="1980913"/>
                </a:lnTo>
                <a:lnTo>
                  <a:pt x="1323701" y="1950899"/>
                </a:lnTo>
                <a:lnTo>
                  <a:pt x="1320047" y="1920885"/>
                </a:lnTo>
                <a:lnTo>
                  <a:pt x="1316400" y="1890872"/>
                </a:lnTo>
                <a:lnTo>
                  <a:pt x="1312756" y="1860858"/>
                </a:lnTo>
                <a:lnTo>
                  <a:pt x="1309113" y="1830844"/>
                </a:lnTo>
                <a:lnTo>
                  <a:pt x="1305468" y="1800830"/>
                </a:lnTo>
                <a:lnTo>
                  <a:pt x="1301820" y="1770816"/>
                </a:lnTo>
                <a:lnTo>
                  <a:pt x="1298166" y="1740802"/>
                </a:lnTo>
                <a:lnTo>
                  <a:pt x="1294504" y="1710789"/>
                </a:lnTo>
                <a:lnTo>
                  <a:pt x="1290832" y="1680775"/>
                </a:lnTo>
                <a:lnTo>
                  <a:pt x="1287146" y="1650761"/>
                </a:lnTo>
                <a:lnTo>
                  <a:pt x="1283447" y="1620747"/>
                </a:lnTo>
                <a:lnTo>
                  <a:pt x="1279730" y="1590733"/>
                </a:lnTo>
                <a:lnTo>
                  <a:pt x="1275994" y="1560719"/>
                </a:lnTo>
                <a:lnTo>
                  <a:pt x="1272237" y="1530706"/>
                </a:lnTo>
                <a:lnTo>
                  <a:pt x="1268458" y="1500692"/>
                </a:lnTo>
                <a:lnTo>
                  <a:pt x="1264653" y="1470678"/>
                </a:lnTo>
                <a:lnTo>
                  <a:pt x="1260821" y="1440664"/>
                </a:lnTo>
                <a:lnTo>
                  <a:pt x="1256960" y="1410650"/>
                </a:lnTo>
                <a:lnTo>
                  <a:pt x="1253068" y="1380636"/>
                </a:lnTo>
                <a:lnTo>
                  <a:pt x="1249143" y="1350623"/>
                </a:lnTo>
                <a:lnTo>
                  <a:pt x="1245182" y="1320609"/>
                </a:lnTo>
                <a:lnTo>
                  <a:pt x="1241184" y="1290595"/>
                </a:lnTo>
                <a:lnTo>
                  <a:pt x="1237146" y="1260581"/>
                </a:lnTo>
                <a:lnTo>
                  <a:pt x="1233066" y="1230567"/>
                </a:lnTo>
                <a:lnTo>
                  <a:pt x="1228942" y="1200553"/>
                </a:lnTo>
                <a:lnTo>
                  <a:pt x="1224772" y="1170540"/>
                </a:lnTo>
                <a:lnTo>
                  <a:pt x="1220552" y="1140526"/>
                </a:lnTo>
                <a:lnTo>
                  <a:pt x="1216281" y="1110512"/>
                </a:lnTo>
                <a:lnTo>
                  <a:pt x="1211955" y="1080498"/>
                </a:lnTo>
                <a:lnTo>
                  <a:pt x="1207573" y="1050484"/>
                </a:lnTo>
                <a:lnTo>
                  <a:pt x="1203130" y="1020470"/>
                </a:lnTo>
                <a:lnTo>
                  <a:pt x="1198625" y="990457"/>
                </a:lnTo>
                <a:lnTo>
                  <a:pt x="1194053" y="960443"/>
                </a:lnTo>
                <a:lnTo>
                  <a:pt x="1189411" y="930429"/>
                </a:lnTo>
                <a:lnTo>
                  <a:pt x="1184696" y="900415"/>
                </a:lnTo>
                <a:lnTo>
                  <a:pt x="1179903" y="870401"/>
                </a:lnTo>
                <a:lnTo>
                  <a:pt x="1175029" y="840387"/>
                </a:lnTo>
                <a:lnTo>
                  <a:pt x="1170067" y="810374"/>
                </a:lnTo>
                <a:lnTo>
                  <a:pt x="1165015" y="780360"/>
                </a:lnTo>
                <a:lnTo>
                  <a:pt x="1159864" y="750346"/>
                </a:lnTo>
                <a:lnTo>
                  <a:pt x="1154611" y="720332"/>
                </a:lnTo>
                <a:lnTo>
                  <a:pt x="1149248" y="690318"/>
                </a:lnTo>
                <a:lnTo>
                  <a:pt x="1143767" y="660304"/>
                </a:lnTo>
                <a:lnTo>
                  <a:pt x="1138161" y="630291"/>
                </a:lnTo>
                <a:lnTo>
                  <a:pt x="1132420" y="600277"/>
                </a:lnTo>
                <a:lnTo>
                  <a:pt x="1126534" y="570263"/>
                </a:lnTo>
                <a:lnTo>
                  <a:pt x="1120491" y="540249"/>
                </a:lnTo>
                <a:lnTo>
                  <a:pt x="1114278" y="510235"/>
                </a:lnTo>
                <a:lnTo>
                  <a:pt x="1107880" y="480221"/>
                </a:lnTo>
                <a:lnTo>
                  <a:pt x="1101279" y="450208"/>
                </a:lnTo>
                <a:lnTo>
                  <a:pt x="1094453" y="420194"/>
                </a:lnTo>
                <a:lnTo>
                  <a:pt x="1087380" y="390180"/>
                </a:lnTo>
                <a:lnTo>
                  <a:pt x="1080028" y="360166"/>
                </a:lnTo>
                <a:lnTo>
                  <a:pt x="1072364" y="330152"/>
                </a:lnTo>
                <a:lnTo>
                  <a:pt x="1064342" y="300138"/>
                </a:lnTo>
                <a:lnTo>
                  <a:pt x="1055909" y="270125"/>
                </a:lnTo>
                <a:lnTo>
                  <a:pt x="1046992" y="240111"/>
                </a:lnTo>
                <a:lnTo>
                  <a:pt x="1037498" y="210097"/>
                </a:lnTo>
                <a:lnTo>
                  <a:pt x="1027299" y="180083"/>
                </a:lnTo>
                <a:lnTo>
                  <a:pt x="1016207" y="150069"/>
                </a:lnTo>
                <a:lnTo>
                  <a:pt x="1003939" y="120055"/>
                </a:lnTo>
                <a:lnTo>
                  <a:pt x="990013" y="90042"/>
                </a:lnTo>
                <a:lnTo>
                  <a:pt x="973495" y="60028"/>
                </a:lnTo>
                <a:lnTo>
                  <a:pt x="951968" y="30014"/>
                </a:lnTo>
                <a:lnTo>
                  <a:pt x="899998" y="0"/>
                </a:lnTo>
                <a:lnTo>
                  <a:pt x="744093" y="0"/>
                </a:lnTo>
                <a:lnTo>
                  <a:pt x="692123" y="30014"/>
                </a:lnTo>
                <a:lnTo>
                  <a:pt x="670596" y="60028"/>
                </a:lnTo>
                <a:lnTo>
                  <a:pt x="654078" y="90042"/>
                </a:lnTo>
                <a:lnTo>
                  <a:pt x="640153" y="120055"/>
                </a:lnTo>
                <a:lnTo>
                  <a:pt x="627884" y="150069"/>
                </a:lnTo>
                <a:lnTo>
                  <a:pt x="616793" y="180083"/>
                </a:lnTo>
                <a:lnTo>
                  <a:pt x="606593" y="210097"/>
                </a:lnTo>
                <a:lnTo>
                  <a:pt x="597099" y="240111"/>
                </a:lnTo>
                <a:lnTo>
                  <a:pt x="588182" y="270125"/>
                </a:lnTo>
                <a:lnTo>
                  <a:pt x="579749" y="300138"/>
                </a:lnTo>
                <a:lnTo>
                  <a:pt x="571727" y="330152"/>
                </a:lnTo>
                <a:lnTo>
                  <a:pt x="564063" y="360166"/>
                </a:lnTo>
                <a:lnTo>
                  <a:pt x="556711" y="390180"/>
                </a:lnTo>
                <a:lnTo>
                  <a:pt x="549638" y="420194"/>
                </a:lnTo>
                <a:lnTo>
                  <a:pt x="542813" y="450208"/>
                </a:lnTo>
                <a:lnTo>
                  <a:pt x="536211" y="480221"/>
                </a:lnTo>
                <a:lnTo>
                  <a:pt x="529813" y="510235"/>
                </a:lnTo>
                <a:lnTo>
                  <a:pt x="523600" y="540249"/>
                </a:lnTo>
                <a:lnTo>
                  <a:pt x="517557" y="570263"/>
                </a:lnTo>
                <a:lnTo>
                  <a:pt x="511671" y="600277"/>
                </a:lnTo>
                <a:lnTo>
                  <a:pt x="505930" y="630291"/>
                </a:lnTo>
                <a:lnTo>
                  <a:pt x="500324" y="660304"/>
                </a:lnTo>
                <a:lnTo>
                  <a:pt x="494843" y="690318"/>
                </a:lnTo>
                <a:lnTo>
                  <a:pt x="489480" y="720332"/>
                </a:lnTo>
                <a:lnTo>
                  <a:pt x="484227" y="750346"/>
                </a:lnTo>
                <a:lnTo>
                  <a:pt x="479077" y="780360"/>
                </a:lnTo>
                <a:lnTo>
                  <a:pt x="474024" y="810374"/>
                </a:lnTo>
                <a:lnTo>
                  <a:pt x="469062" y="840387"/>
                </a:lnTo>
                <a:lnTo>
                  <a:pt x="464188" y="870401"/>
                </a:lnTo>
                <a:lnTo>
                  <a:pt x="459395" y="900415"/>
                </a:lnTo>
                <a:lnTo>
                  <a:pt x="454680" y="930429"/>
                </a:lnTo>
                <a:lnTo>
                  <a:pt x="450038" y="960443"/>
                </a:lnTo>
                <a:lnTo>
                  <a:pt x="445466" y="990457"/>
                </a:lnTo>
                <a:lnTo>
                  <a:pt x="440961" y="1020470"/>
                </a:lnTo>
                <a:lnTo>
                  <a:pt x="436518" y="1050484"/>
                </a:lnTo>
                <a:lnTo>
                  <a:pt x="432136" y="1080498"/>
                </a:lnTo>
                <a:lnTo>
                  <a:pt x="427811" y="1110512"/>
                </a:lnTo>
                <a:lnTo>
                  <a:pt x="423539" y="1140526"/>
                </a:lnTo>
                <a:lnTo>
                  <a:pt x="419320" y="1170540"/>
                </a:lnTo>
                <a:lnTo>
                  <a:pt x="415149" y="1200553"/>
                </a:lnTo>
                <a:lnTo>
                  <a:pt x="411025" y="1230567"/>
                </a:lnTo>
                <a:lnTo>
                  <a:pt x="406945" y="1260581"/>
                </a:lnTo>
                <a:lnTo>
                  <a:pt x="402907" y="1290595"/>
                </a:lnTo>
                <a:lnTo>
                  <a:pt x="398909" y="1320609"/>
                </a:lnTo>
                <a:lnTo>
                  <a:pt x="394948" y="1350623"/>
                </a:lnTo>
                <a:lnTo>
                  <a:pt x="391023" y="1380636"/>
                </a:lnTo>
                <a:lnTo>
                  <a:pt x="387131" y="1410650"/>
                </a:lnTo>
                <a:lnTo>
                  <a:pt x="383270" y="1440664"/>
                </a:lnTo>
                <a:lnTo>
                  <a:pt x="379438" y="1470678"/>
                </a:lnTo>
                <a:lnTo>
                  <a:pt x="375633" y="1500692"/>
                </a:lnTo>
                <a:lnTo>
                  <a:pt x="371854" y="1530706"/>
                </a:lnTo>
                <a:lnTo>
                  <a:pt x="368097" y="1560719"/>
                </a:lnTo>
                <a:lnTo>
                  <a:pt x="364361" y="1590733"/>
                </a:lnTo>
                <a:lnTo>
                  <a:pt x="360645" y="1620747"/>
                </a:lnTo>
                <a:lnTo>
                  <a:pt x="356945" y="1650761"/>
                </a:lnTo>
                <a:lnTo>
                  <a:pt x="353260" y="1680775"/>
                </a:lnTo>
                <a:lnTo>
                  <a:pt x="349587" y="1710789"/>
                </a:lnTo>
                <a:lnTo>
                  <a:pt x="345925" y="1740802"/>
                </a:lnTo>
                <a:lnTo>
                  <a:pt x="342271" y="1770816"/>
                </a:lnTo>
                <a:lnTo>
                  <a:pt x="338623" y="1800830"/>
                </a:lnTo>
                <a:lnTo>
                  <a:pt x="334979" y="1830844"/>
                </a:lnTo>
                <a:lnTo>
                  <a:pt x="331336" y="1860858"/>
                </a:lnTo>
                <a:lnTo>
                  <a:pt x="327692" y="1890872"/>
                </a:lnTo>
                <a:lnTo>
                  <a:pt x="324044" y="1920885"/>
                </a:lnTo>
                <a:lnTo>
                  <a:pt x="320391" y="1950899"/>
                </a:lnTo>
                <a:lnTo>
                  <a:pt x="316729" y="1980913"/>
                </a:lnTo>
                <a:lnTo>
                  <a:pt x="313055" y="2010927"/>
                </a:lnTo>
                <a:lnTo>
                  <a:pt x="309368" y="2040941"/>
                </a:lnTo>
                <a:lnTo>
                  <a:pt x="305663" y="2070955"/>
                </a:lnTo>
                <a:lnTo>
                  <a:pt x="301939" y="2100968"/>
                </a:lnTo>
                <a:lnTo>
                  <a:pt x="298192" y="2130982"/>
                </a:lnTo>
                <a:lnTo>
                  <a:pt x="294420" y="2160996"/>
                </a:lnTo>
                <a:lnTo>
                  <a:pt x="290618" y="2191010"/>
                </a:lnTo>
                <a:lnTo>
                  <a:pt x="286784" y="2221024"/>
                </a:lnTo>
                <a:lnTo>
                  <a:pt x="282914" y="2251038"/>
                </a:lnTo>
                <a:lnTo>
                  <a:pt x="279005" y="2281051"/>
                </a:lnTo>
                <a:lnTo>
                  <a:pt x="275053" y="2311065"/>
                </a:lnTo>
                <a:lnTo>
                  <a:pt x="271055" y="2341079"/>
                </a:lnTo>
                <a:lnTo>
                  <a:pt x="267006" y="2371093"/>
                </a:lnTo>
                <a:lnTo>
                  <a:pt x="262903" y="2401107"/>
                </a:lnTo>
                <a:lnTo>
                  <a:pt x="258741" y="2431121"/>
                </a:lnTo>
                <a:lnTo>
                  <a:pt x="254517" y="2461134"/>
                </a:lnTo>
                <a:lnTo>
                  <a:pt x="250225" y="2491148"/>
                </a:lnTo>
                <a:lnTo>
                  <a:pt x="245862" y="2521162"/>
                </a:lnTo>
                <a:lnTo>
                  <a:pt x="241422" y="2551176"/>
                </a:lnTo>
                <a:lnTo>
                  <a:pt x="236901" y="2581190"/>
                </a:lnTo>
                <a:lnTo>
                  <a:pt x="232294" y="2611204"/>
                </a:lnTo>
                <a:lnTo>
                  <a:pt x="227596" y="2641218"/>
                </a:lnTo>
                <a:lnTo>
                  <a:pt x="222802" y="2671231"/>
                </a:lnTo>
                <a:lnTo>
                  <a:pt x="217905" y="2701245"/>
                </a:lnTo>
                <a:lnTo>
                  <a:pt x="212901" y="2731259"/>
                </a:lnTo>
                <a:lnTo>
                  <a:pt x="207783" y="2761273"/>
                </a:lnTo>
                <a:lnTo>
                  <a:pt x="202547" y="2791287"/>
                </a:lnTo>
                <a:lnTo>
                  <a:pt x="197184" y="2821301"/>
                </a:lnTo>
                <a:lnTo>
                  <a:pt x="191690" y="2851314"/>
                </a:lnTo>
                <a:lnTo>
                  <a:pt x="186057" y="2881328"/>
                </a:lnTo>
                <a:lnTo>
                  <a:pt x="180279" y="2911342"/>
                </a:lnTo>
                <a:lnTo>
                  <a:pt x="174349" y="2941356"/>
                </a:lnTo>
                <a:lnTo>
                  <a:pt x="168260" y="2971370"/>
                </a:lnTo>
                <a:lnTo>
                  <a:pt x="162004" y="3001384"/>
                </a:lnTo>
                <a:lnTo>
                  <a:pt x="155574" y="3031397"/>
                </a:lnTo>
                <a:lnTo>
                  <a:pt x="148961" y="3061411"/>
                </a:lnTo>
                <a:lnTo>
                  <a:pt x="142159" y="3091425"/>
                </a:lnTo>
                <a:lnTo>
                  <a:pt x="135159" y="3121439"/>
                </a:lnTo>
                <a:lnTo>
                  <a:pt x="127952" y="3151453"/>
                </a:lnTo>
                <a:lnTo>
                  <a:pt x="120529" y="3181467"/>
                </a:lnTo>
                <a:lnTo>
                  <a:pt x="112883" y="3211480"/>
                </a:lnTo>
                <a:lnTo>
                  <a:pt x="105002" y="3241494"/>
                </a:lnTo>
                <a:lnTo>
                  <a:pt x="96878" y="3271508"/>
                </a:lnTo>
                <a:lnTo>
                  <a:pt x="88502" y="3301522"/>
                </a:lnTo>
                <a:lnTo>
                  <a:pt x="79863" y="3331536"/>
                </a:lnTo>
                <a:lnTo>
                  <a:pt x="70951" y="3361550"/>
                </a:lnTo>
                <a:lnTo>
                  <a:pt x="61755" y="3391563"/>
                </a:lnTo>
                <a:lnTo>
                  <a:pt x="52265" y="3421577"/>
                </a:lnTo>
                <a:lnTo>
                  <a:pt x="42469" y="3451591"/>
                </a:lnTo>
                <a:lnTo>
                  <a:pt x="32357" y="3481605"/>
                </a:lnTo>
                <a:lnTo>
                  <a:pt x="21916" y="3511619"/>
                </a:lnTo>
                <a:lnTo>
                  <a:pt x="11134" y="3541633"/>
                </a:lnTo>
                <a:lnTo>
                  <a:pt x="0" y="3571646"/>
                </a:lnTo>
                <a:close/>
              </a:path>
            </a:pathLst>
          </a:custGeom>
          <a:gradFill rotWithShape="1">
            <a:gsLst>
              <a:gs pos="0">
                <a:srgbClr val="F9B66B">
                  <a:alpha val="55000"/>
                </a:srgbClr>
              </a:gs>
              <a:gs pos="100000">
                <a:srgbClr val="FDE6C8">
                  <a:alpha val="0"/>
                </a:srgbClr>
              </a:gs>
            </a:gsLst>
            <a:path path="shape">
              <a:fillToRect l="50000" t="50000" r="50000" b="50000"/>
            </a:path>
          </a:gradFill>
          <a:ln/>
        </p:spPr>
      </p:sp>
      <p:sp>
        <p:nvSpPr>
          <p:cNvPr id="4" name="column glow"/>
          <p:cNvSpPr/>
          <p:nvPr/>
        </p:nvSpPr>
        <p:spPr>
          <a:xfrm>
            <a:off x="1059680" y="2889504"/>
            <a:ext cx="1446800" cy="3571646"/>
          </a:xfrm>
          <a:custGeom>
            <a:avLst/>
            <a:gdLst/>
            <a:ahLst/>
            <a:cxnLst/>
            <a:rect l="l" t="t" r="r" b="b"/>
            <a:pathLst>
              <a:path w="1446800" h="3571646">
                <a:moveTo>
                  <a:pt x="1446800" y="3571646"/>
                </a:moveTo>
                <a:lnTo>
                  <a:pt x="1437002" y="3541633"/>
                </a:lnTo>
                <a:lnTo>
                  <a:pt x="1427515" y="3511619"/>
                </a:lnTo>
                <a:lnTo>
                  <a:pt x="1418326" y="3481605"/>
                </a:lnTo>
                <a:lnTo>
                  <a:pt x="1409428" y="3451591"/>
                </a:lnTo>
                <a:lnTo>
                  <a:pt x="1400807" y="3421577"/>
                </a:lnTo>
                <a:lnTo>
                  <a:pt x="1392456" y="3391563"/>
                </a:lnTo>
                <a:lnTo>
                  <a:pt x="1384364" y="3361550"/>
                </a:lnTo>
                <a:lnTo>
                  <a:pt x="1376521" y="3331536"/>
                </a:lnTo>
                <a:lnTo>
                  <a:pt x="1368918" y="3301522"/>
                </a:lnTo>
                <a:lnTo>
                  <a:pt x="1361547" y="3271508"/>
                </a:lnTo>
                <a:lnTo>
                  <a:pt x="1354399" y="3241494"/>
                </a:lnTo>
                <a:lnTo>
                  <a:pt x="1347464" y="3211480"/>
                </a:lnTo>
                <a:lnTo>
                  <a:pt x="1340734" y="3181467"/>
                </a:lnTo>
                <a:lnTo>
                  <a:pt x="1334203" y="3151453"/>
                </a:lnTo>
                <a:lnTo>
                  <a:pt x="1327860" y="3121439"/>
                </a:lnTo>
                <a:lnTo>
                  <a:pt x="1321700" y="3091425"/>
                </a:lnTo>
                <a:lnTo>
                  <a:pt x="1315714" y="3061411"/>
                </a:lnTo>
                <a:lnTo>
                  <a:pt x="1309896" y="3031397"/>
                </a:lnTo>
                <a:lnTo>
                  <a:pt x="1304237" y="3001384"/>
                </a:lnTo>
                <a:lnTo>
                  <a:pt x="1298732" y="2971370"/>
                </a:lnTo>
                <a:lnTo>
                  <a:pt x="1293373" y="2941356"/>
                </a:lnTo>
                <a:lnTo>
                  <a:pt x="1288155" y="2911342"/>
                </a:lnTo>
                <a:lnTo>
                  <a:pt x="1283070" y="2881328"/>
                </a:lnTo>
                <a:lnTo>
                  <a:pt x="1278113" y="2851314"/>
                </a:lnTo>
                <a:lnTo>
                  <a:pt x="1273278" y="2821301"/>
                </a:lnTo>
                <a:lnTo>
                  <a:pt x="1268559" y="2791287"/>
                </a:lnTo>
                <a:lnTo>
                  <a:pt x="1263951" y="2761273"/>
                </a:lnTo>
                <a:lnTo>
                  <a:pt x="1259447" y="2731259"/>
                </a:lnTo>
                <a:lnTo>
                  <a:pt x="1255044" y="2701245"/>
                </a:lnTo>
                <a:lnTo>
                  <a:pt x="1250735" y="2671231"/>
                </a:lnTo>
                <a:lnTo>
                  <a:pt x="1246515" y="2641218"/>
                </a:lnTo>
                <a:lnTo>
                  <a:pt x="1242381" y="2611204"/>
                </a:lnTo>
                <a:lnTo>
                  <a:pt x="1238327" y="2581190"/>
                </a:lnTo>
                <a:lnTo>
                  <a:pt x="1234349" y="2551176"/>
                </a:lnTo>
                <a:lnTo>
                  <a:pt x="1230442" y="2521162"/>
                </a:lnTo>
                <a:lnTo>
                  <a:pt x="1226602" y="2491148"/>
                </a:lnTo>
                <a:lnTo>
                  <a:pt x="1222826" y="2461134"/>
                </a:lnTo>
                <a:lnTo>
                  <a:pt x="1219108" y="2431121"/>
                </a:lnTo>
                <a:lnTo>
                  <a:pt x="1215446" y="2401107"/>
                </a:lnTo>
                <a:lnTo>
                  <a:pt x="1211835" y="2371093"/>
                </a:lnTo>
                <a:lnTo>
                  <a:pt x="1208272" y="2341079"/>
                </a:lnTo>
                <a:lnTo>
                  <a:pt x="1204753" y="2311065"/>
                </a:lnTo>
                <a:lnTo>
                  <a:pt x="1201276" y="2281051"/>
                </a:lnTo>
                <a:lnTo>
                  <a:pt x="1197836" y="2251038"/>
                </a:lnTo>
                <a:lnTo>
                  <a:pt x="1194430" y="2221024"/>
                </a:lnTo>
                <a:lnTo>
                  <a:pt x="1191056" y="2191010"/>
                </a:lnTo>
                <a:lnTo>
                  <a:pt x="1187711" y="2160996"/>
                </a:lnTo>
                <a:lnTo>
                  <a:pt x="1184391" y="2130982"/>
                </a:lnTo>
                <a:lnTo>
                  <a:pt x="1181094" y="2100968"/>
                </a:lnTo>
                <a:lnTo>
                  <a:pt x="1177817" y="2070955"/>
                </a:lnTo>
                <a:lnTo>
                  <a:pt x="1174557" y="2040941"/>
                </a:lnTo>
                <a:lnTo>
                  <a:pt x="1171312" y="2010927"/>
                </a:lnTo>
                <a:lnTo>
                  <a:pt x="1168079" y="1980913"/>
                </a:lnTo>
                <a:lnTo>
                  <a:pt x="1164856" y="1950899"/>
                </a:lnTo>
                <a:lnTo>
                  <a:pt x="1161641" y="1920885"/>
                </a:lnTo>
                <a:lnTo>
                  <a:pt x="1158432" y="1890872"/>
                </a:lnTo>
                <a:lnTo>
                  <a:pt x="1155225" y="1860858"/>
                </a:lnTo>
                <a:lnTo>
                  <a:pt x="1152019" y="1830844"/>
                </a:lnTo>
                <a:lnTo>
                  <a:pt x="1148812" y="1800830"/>
                </a:lnTo>
                <a:lnTo>
                  <a:pt x="1145602" y="1770816"/>
                </a:lnTo>
                <a:lnTo>
                  <a:pt x="1142387" y="1740802"/>
                </a:lnTo>
                <a:lnTo>
                  <a:pt x="1139164" y="1710789"/>
                </a:lnTo>
                <a:lnTo>
                  <a:pt x="1135932" y="1680775"/>
                </a:lnTo>
                <a:lnTo>
                  <a:pt x="1132689" y="1650761"/>
                </a:lnTo>
                <a:lnTo>
                  <a:pt x="1129433" y="1620747"/>
                </a:lnTo>
                <a:lnTo>
                  <a:pt x="1126162" y="1590733"/>
                </a:lnTo>
                <a:lnTo>
                  <a:pt x="1122875" y="1560719"/>
                </a:lnTo>
                <a:lnTo>
                  <a:pt x="1119569" y="1530706"/>
                </a:lnTo>
                <a:lnTo>
                  <a:pt x="1116243" y="1500692"/>
                </a:lnTo>
                <a:lnTo>
                  <a:pt x="1112895" y="1470678"/>
                </a:lnTo>
                <a:lnTo>
                  <a:pt x="1109523" y="1440664"/>
                </a:lnTo>
                <a:lnTo>
                  <a:pt x="1106125" y="1410650"/>
                </a:lnTo>
                <a:lnTo>
                  <a:pt x="1102700" y="1380636"/>
                </a:lnTo>
                <a:lnTo>
                  <a:pt x="1099246" y="1350623"/>
                </a:lnTo>
                <a:lnTo>
                  <a:pt x="1095760" y="1320609"/>
                </a:lnTo>
                <a:lnTo>
                  <a:pt x="1092242" y="1290595"/>
                </a:lnTo>
                <a:lnTo>
                  <a:pt x="1088689" y="1260581"/>
                </a:lnTo>
                <a:lnTo>
                  <a:pt x="1085098" y="1230567"/>
                </a:lnTo>
                <a:lnTo>
                  <a:pt x="1081469" y="1200553"/>
                </a:lnTo>
                <a:lnTo>
                  <a:pt x="1077799" y="1170540"/>
                </a:lnTo>
                <a:lnTo>
                  <a:pt x="1074086" y="1140526"/>
                </a:lnTo>
                <a:lnTo>
                  <a:pt x="1070327" y="1110512"/>
                </a:lnTo>
                <a:lnTo>
                  <a:pt x="1066521" y="1080498"/>
                </a:lnTo>
                <a:lnTo>
                  <a:pt x="1062664" y="1050484"/>
                </a:lnTo>
                <a:lnTo>
                  <a:pt x="1058755" y="1020470"/>
                </a:lnTo>
                <a:lnTo>
                  <a:pt x="1054790" y="990457"/>
                </a:lnTo>
                <a:lnTo>
                  <a:pt x="1050767" y="960443"/>
                </a:lnTo>
                <a:lnTo>
                  <a:pt x="1046682" y="930429"/>
                </a:lnTo>
                <a:lnTo>
                  <a:pt x="1042533" y="900415"/>
                </a:lnTo>
                <a:lnTo>
                  <a:pt x="1038315" y="870401"/>
                </a:lnTo>
                <a:lnTo>
                  <a:pt x="1034025" y="840387"/>
                </a:lnTo>
                <a:lnTo>
                  <a:pt x="1029659" y="810374"/>
                </a:lnTo>
                <a:lnTo>
                  <a:pt x="1025213" y="780360"/>
                </a:lnTo>
                <a:lnTo>
                  <a:pt x="1020681" y="750346"/>
                </a:lnTo>
                <a:lnTo>
                  <a:pt x="1016058" y="720332"/>
                </a:lnTo>
                <a:lnTo>
                  <a:pt x="1011338" y="690318"/>
                </a:lnTo>
                <a:lnTo>
                  <a:pt x="1006515" y="660304"/>
                </a:lnTo>
                <a:lnTo>
                  <a:pt x="1001582" y="630291"/>
                </a:lnTo>
                <a:lnTo>
                  <a:pt x="996530" y="600277"/>
                </a:lnTo>
                <a:lnTo>
                  <a:pt x="991350" y="570263"/>
                </a:lnTo>
                <a:lnTo>
                  <a:pt x="986032" y="540249"/>
                </a:lnTo>
                <a:lnTo>
                  <a:pt x="980565" y="510235"/>
                </a:lnTo>
                <a:lnTo>
                  <a:pt x="974934" y="480221"/>
                </a:lnTo>
                <a:lnTo>
                  <a:pt x="969125" y="450208"/>
                </a:lnTo>
                <a:lnTo>
                  <a:pt x="963119" y="420194"/>
                </a:lnTo>
                <a:lnTo>
                  <a:pt x="956894" y="390180"/>
                </a:lnTo>
                <a:lnTo>
                  <a:pt x="950425" y="360166"/>
                </a:lnTo>
                <a:lnTo>
                  <a:pt x="943680" y="330152"/>
                </a:lnTo>
                <a:lnTo>
                  <a:pt x="936621" y="300138"/>
                </a:lnTo>
                <a:lnTo>
                  <a:pt x="929200" y="270125"/>
                </a:lnTo>
                <a:lnTo>
                  <a:pt x="921353" y="240111"/>
                </a:lnTo>
                <a:lnTo>
                  <a:pt x="912999" y="210097"/>
                </a:lnTo>
                <a:lnTo>
                  <a:pt x="904023" y="180083"/>
                </a:lnTo>
                <a:lnTo>
                  <a:pt x="894262" y="150069"/>
                </a:lnTo>
                <a:lnTo>
                  <a:pt x="883466" y="120055"/>
                </a:lnTo>
                <a:lnTo>
                  <a:pt x="871212" y="90042"/>
                </a:lnTo>
                <a:lnTo>
                  <a:pt x="856676" y="60028"/>
                </a:lnTo>
                <a:lnTo>
                  <a:pt x="837732" y="30014"/>
                </a:lnTo>
                <a:lnTo>
                  <a:pt x="791998" y="0"/>
                </a:lnTo>
                <a:lnTo>
                  <a:pt x="654802" y="0"/>
                </a:lnTo>
                <a:lnTo>
                  <a:pt x="609068" y="30014"/>
                </a:lnTo>
                <a:lnTo>
                  <a:pt x="590125" y="60028"/>
                </a:lnTo>
                <a:lnTo>
                  <a:pt x="575589" y="90042"/>
                </a:lnTo>
                <a:lnTo>
                  <a:pt x="563334" y="120055"/>
                </a:lnTo>
                <a:lnTo>
                  <a:pt x="552538" y="150069"/>
                </a:lnTo>
                <a:lnTo>
                  <a:pt x="542777" y="180083"/>
                </a:lnTo>
                <a:lnTo>
                  <a:pt x="533802" y="210097"/>
                </a:lnTo>
                <a:lnTo>
                  <a:pt x="525447" y="240111"/>
                </a:lnTo>
                <a:lnTo>
                  <a:pt x="517600" y="270125"/>
                </a:lnTo>
                <a:lnTo>
                  <a:pt x="510179" y="300138"/>
                </a:lnTo>
                <a:lnTo>
                  <a:pt x="503120" y="330152"/>
                </a:lnTo>
                <a:lnTo>
                  <a:pt x="496375" y="360166"/>
                </a:lnTo>
                <a:lnTo>
                  <a:pt x="489906" y="390180"/>
                </a:lnTo>
                <a:lnTo>
                  <a:pt x="483681" y="420194"/>
                </a:lnTo>
                <a:lnTo>
                  <a:pt x="477675" y="450208"/>
                </a:lnTo>
                <a:lnTo>
                  <a:pt x="471866" y="480221"/>
                </a:lnTo>
                <a:lnTo>
                  <a:pt x="466235" y="510235"/>
                </a:lnTo>
                <a:lnTo>
                  <a:pt x="460768" y="540249"/>
                </a:lnTo>
                <a:lnTo>
                  <a:pt x="455450" y="570263"/>
                </a:lnTo>
                <a:lnTo>
                  <a:pt x="450271" y="600277"/>
                </a:lnTo>
                <a:lnTo>
                  <a:pt x="445219" y="630291"/>
                </a:lnTo>
                <a:lnTo>
                  <a:pt x="440285" y="660304"/>
                </a:lnTo>
                <a:lnTo>
                  <a:pt x="435462" y="690318"/>
                </a:lnTo>
                <a:lnTo>
                  <a:pt x="430742" y="720332"/>
                </a:lnTo>
                <a:lnTo>
                  <a:pt x="426120" y="750346"/>
                </a:lnTo>
                <a:lnTo>
                  <a:pt x="421587" y="780360"/>
                </a:lnTo>
                <a:lnTo>
                  <a:pt x="417141" y="810374"/>
                </a:lnTo>
                <a:lnTo>
                  <a:pt x="412775" y="840387"/>
                </a:lnTo>
                <a:lnTo>
                  <a:pt x="408485" y="870401"/>
                </a:lnTo>
                <a:lnTo>
                  <a:pt x="404268" y="900415"/>
                </a:lnTo>
                <a:lnTo>
                  <a:pt x="400118" y="930429"/>
                </a:lnTo>
                <a:lnTo>
                  <a:pt x="396034" y="960443"/>
                </a:lnTo>
                <a:lnTo>
                  <a:pt x="392010" y="990457"/>
                </a:lnTo>
                <a:lnTo>
                  <a:pt x="388046" y="1020470"/>
                </a:lnTo>
                <a:lnTo>
                  <a:pt x="384136" y="1050484"/>
                </a:lnTo>
                <a:lnTo>
                  <a:pt x="380280" y="1080498"/>
                </a:lnTo>
                <a:lnTo>
                  <a:pt x="376473" y="1110512"/>
                </a:lnTo>
                <a:lnTo>
                  <a:pt x="372715" y="1140526"/>
                </a:lnTo>
                <a:lnTo>
                  <a:pt x="369001" y="1170540"/>
                </a:lnTo>
                <a:lnTo>
                  <a:pt x="365331" y="1200553"/>
                </a:lnTo>
                <a:lnTo>
                  <a:pt x="361702" y="1230567"/>
                </a:lnTo>
                <a:lnTo>
                  <a:pt x="358112" y="1260581"/>
                </a:lnTo>
                <a:lnTo>
                  <a:pt x="354558" y="1290595"/>
                </a:lnTo>
                <a:lnTo>
                  <a:pt x="351040" y="1320609"/>
                </a:lnTo>
                <a:lnTo>
                  <a:pt x="347554" y="1350623"/>
                </a:lnTo>
                <a:lnTo>
                  <a:pt x="344100" y="1380636"/>
                </a:lnTo>
                <a:lnTo>
                  <a:pt x="340675" y="1410650"/>
                </a:lnTo>
                <a:lnTo>
                  <a:pt x="337277" y="1440664"/>
                </a:lnTo>
                <a:lnTo>
                  <a:pt x="333905" y="1470678"/>
                </a:lnTo>
                <a:lnTo>
                  <a:pt x="330557" y="1500692"/>
                </a:lnTo>
                <a:lnTo>
                  <a:pt x="327231" y="1530706"/>
                </a:lnTo>
                <a:lnTo>
                  <a:pt x="323925" y="1560719"/>
                </a:lnTo>
                <a:lnTo>
                  <a:pt x="320638" y="1590733"/>
                </a:lnTo>
                <a:lnTo>
                  <a:pt x="317367" y="1620747"/>
                </a:lnTo>
                <a:lnTo>
                  <a:pt x="314111" y="1650761"/>
                </a:lnTo>
                <a:lnTo>
                  <a:pt x="310868" y="1680775"/>
                </a:lnTo>
                <a:lnTo>
                  <a:pt x="307636" y="1710789"/>
                </a:lnTo>
                <a:lnTo>
                  <a:pt x="304414" y="1740802"/>
                </a:lnTo>
                <a:lnTo>
                  <a:pt x="301198" y="1770816"/>
                </a:lnTo>
                <a:lnTo>
                  <a:pt x="297988" y="1800830"/>
                </a:lnTo>
                <a:lnTo>
                  <a:pt x="294781" y="1830844"/>
                </a:lnTo>
                <a:lnTo>
                  <a:pt x="291575" y="1860858"/>
                </a:lnTo>
                <a:lnTo>
                  <a:pt x="288369" y="1890872"/>
                </a:lnTo>
                <a:lnTo>
                  <a:pt x="285159" y="1920885"/>
                </a:lnTo>
                <a:lnTo>
                  <a:pt x="281944" y="1950899"/>
                </a:lnTo>
                <a:lnTo>
                  <a:pt x="278721" y="1980913"/>
                </a:lnTo>
                <a:lnTo>
                  <a:pt x="275488" y="2010927"/>
                </a:lnTo>
                <a:lnTo>
                  <a:pt x="272244" y="2040941"/>
                </a:lnTo>
                <a:lnTo>
                  <a:pt x="268984" y="2070955"/>
                </a:lnTo>
                <a:lnTo>
                  <a:pt x="265707" y="2100968"/>
                </a:lnTo>
                <a:lnTo>
                  <a:pt x="262409" y="2130982"/>
                </a:lnTo>
                <a:lnTo>
                  <a:pt x="259089" y="2160996"/>
                </a:lnTo>
                <a:lnTo>
                  <a:pt x="255744" y="2191010"/>
                </a:lnTo>
                <a:lnTo>
                  <a:pt x="252370" y="2221024"/>
                </a:lnTo>
                <a:lnTo>
                  <a:pt x="248965" y="2251038"/>
                </a:lnTo>
                <a:lnTo>
                  <a:pt x="245525" y="2281051"/>
                </a:lnTo>
                <a:lnTo>
                  <a:pt x="242047" y="2311065"/>
                </a:lnTo>
                <a:lnTo>
                  <a:pt x="238528" y="2341079"/>
                </a:lnTo>
                <a:lnTo>
                  <a:pt x="234965" y="2371093"/>
                </a:lnTo>
                <a:lnTo>
                  <a:pt x="231355" y="2401107"/>
                </a:lnTo>
                <a:lnTo>
                  <a:pt x="227692" y="2431121"/>
                </a:lnTo>
                <a:lnTo>
                  <a:pt x="223975" y="2461134"/>
                </a:lnTo>
                <a:lnTo>
                  <a:pt x="220198" y="2491148"/>
                </a:lnTo>
                <a:lnTo>
                  <a:pt x="216358" y="2521162"/>
                </a:lnTo>
                <a:lnTo>
                  <a:pt x="212451" y="2551176"/>
                </a:lnTo>
                <a:lnTo>
                  <a:pt x="208473" y="2581190"/>
                </a:lnTo>
                <a:lnTo>
                  <a:pt x="204419" y="2611204"/>
                </a:lnTo>
                <a:lnTo>
                  <a:pt x="200285" y="2641218"/>
                </a:lnTo>
                <a:lnTo>
                  <a:pt x="196066" y="2671231"/>
                </a:lnTo>
                <a:lnTo>
                  <a:pt x="191757" y="2701245"/>
                </a:lnTo>
                <a:lnTo>
                  <a:pt x="187353" y="2731259"/>
                </a:lnTo>
                <a:lnTo>
                  <a:pt x="182849" y="2761273"/>
                </a:lnTo>
                <a:lnTo>
                  <a:pt x="178241" y="2791287"/>
                </a:lnTo>
                <a:lnTo>
                  <a:pt x="173522" y="2821301"/>
                </a:lnTo>
                <a:lnTo>
                  <a:pt x="168687" y="2851314"/>
                </a:lnTo>
                <a:lnTo>
                  <a:pt x="163730" y="2881328"/>
                </a:lnTo>
                <a:lnTo>
                  <a:pt x="158645" y="2911342"/>
                </a:lnTo>
                <a:lnTo>
                  <a:pt x="153427" y="2941356"/>
                </a:lnTo>
                <a:lnTo>
                  <a:pt x="148068" y="2971370"/>
                </a:lnTo>
                <a:lnTo>
                  <a:pt x="142563" y="3001384"/>
                </a:lnTo>
                <a:lnTo>
                  <a:pt x="136905" y="3031397"/>
                </a:lnTo>
                <a:lnTo>
                  <a:pt x="131086" y="3061411"/>
                </a:lnTo>
                <a:lnTo>
                  <a:pt x="125100" y="3091425"/>
                </a:lnTo>
                <a:lnTo>
                  <a:pt x="118940" y="3121439"/>
                </a:lnTo>
                <a:lnTo>
                  <a:pt x="112598" y="3151453"/>
                </a:lnTo>
                <a:lnTo>
                  <a:pt x="106066" y="3181467"/>
                </a:lnTo>
                <a:lnTo>
                  <a:pt x="99337" y="3211480"/>
                </a:lnTo>
                <a:lnTo>
                  <a:pt x="92402" y="3241494"/>
                </a:lnTo>
                <a:lnTo>
                  <a:pt x="85253" y="3271508"/>
                </a:lnTo>
                <a:lnTo>
                  <a:pt x="77882" y="3301522"/>
                </a:lnTo>
                <a:lnTo>
                  <a:pt x="70279" y="3331536"/>
                </a:lnTo>
                <a:lnTo>
                  <a:pt x="62437" y="3361550"/>
                </a:lnTo>
                <a:lnTo>
                  <a:pt x="54344" y="3391563"/>
                </a:lnTo>
                <a:lnTo>
                  <a:pt x="45993" y="3421577"/>
                </a:lnTo>
                <a:lnTo>
                  <a:pt x="37373" y="3451591"/>
                </a:lnTo>
                <a:lnTo>
                  <a:pt x="28474" y="3481605"/>
                </a:lnTo>
                <a:lnTo>
                  <a:pt x="19286" y="3511619"/>
                </a:lnTo>
                <a:lnTo>
                  <a:pt x="9798" y="3541633"/>
                </a:lnTo>
                <a:lnTo>
                  <a:pt x="0" y="3571646"/>
                </a:lnTo>
                <a:close/>
              </a:path>
            </a:pathLst>
          </a:custGeom>
          <a:gradFill rotWithShape="1">
            <a:gsLst>
              <a:gs pos="0">
                <a:srgbClr val="F7A54F">
                  <a:alpha val="60000"/>
                </a:srgbClr>
              </a:gs>
              <a:gs pos="100000">
                <a:srgbClr val="FBD3A0">
                  <a:alpha val="0"/>
                </a:srgbClr>
              </a:gs>
            </a:gsLst>
            <a:path path="shape">
              <a:fillToRect l="50000" t="50000" r="50000" b="50000"/>
            </a:path>
          </a:gradFill>
          <a:ln/>
        </p:spPr>
      </p:sp>
      <p:sp>
        <p:nvSpPr>
          <p:cNvPr id="5" name="arc column"/>
          <p:cNvSpPr/>
          <p:nvPr/>
        </p:nvSpPr>
        <p:spPr>
          <a:xfrm>
            <a:off x="1125444" y="2889504"/>
            <a:ext cx="1315273" cy="3571646"/>
          </a:xfrm>
          <a:custGeom>
            <a:avLst/>
            <a:gdLst/>
            <a:ahLst/>
            <a:cxnLst/>
            <a:rect l="l" t="t" r="r" b="b"/>
            <a:pathLst>
              <a:path w="1315273" h="3571646">
                <a:moveTo>
                  <a:pt x="1315273" y="3571646"/>
                </a:moveTo>
                <a:lnTo>
                  <a:pt x="1306366" y="3541633"/>
                </a:lnTo>
                <a:lnTo>
                  <a:pt x="1297740" y="3511619"/>
                </a:lnTo>
                <a:lnTo>
                  <a:pt x="1289388" y="3481605"/>
                </a:lnTo>
                <a:lnTo>
                  <a:pt x="1281298" y="3451591"/>
                </a:lnTo>
                <a:lnTo>
                  <a:pt x="1273461" y="3421577"/>
                </a:lnTo>
                <a:lnTo>
                  <a:pt x="1265869" y="3391563"/>
                </a:lnTo>
                <a:lnTo>
                  <a:pt x="1258512" y="3361550"/>
                </a:lnTo>
                <a:lnTo>
                  <a:pt x="1251383" y="3331536"/>
                </a:lnTo>
                <a:lnTo>
                  <a:pt x="1244471" y="3301522"/>
                </a:lnTo>
                <a:lnTo>
                  <a:pt x="1237770" y="3271508"/>
                </a:lnTo>
                <a:lnTo>
                  <a:pt x="1231271" y="3241494"/>
                </a:lnTo>
                <a:lnTo>
                  <a:pt x="1224967" y="3211480"/>
                </a:lnTo>
                <a:lnTo>
                  <a:pt x="1218849" y="3181467"/>
                </a:lnTo>
                <a:lnTo>
                  <a:pt x="1212911" y="3151453"/>
                </a:lnTo>
                <a:lnTo>
                  <a:pt x="1207146" y="3121439"/>
                </a:lnTo>
                <a:lnTo>
                  <a:pt x="1201545" y="3091425"/>
                </a:lnTo>
                <a:lnTo>
                  <a:pt x="1196104" y="3061411"/>
                </a:lnTo>
                <a:lnTo>
                  <a:pt x="1190814" y="3031397"/>
                </a:lnTo>
                <a:lnTo>
                  <a:pt x="1185670" y="3001384"/>
                </a:lnTo>
                <a:lnTo>
                  <a:pt x="1180665" y="2971370"/>
                </a:lnTo>
                <a:lnTo>
                  <a:pt x="1175794" y="2941356"/>
                </a:lnTo>
                <a:lnTo>
                  <a:pt x="1171050" y="2911342"/>
                </a:lnTo>
                <a:lnTo>
                  <a:pt x="1166427" y="2881328"/>
                </a:lnTo>
                <a:lnTo>
                  <a:pt x="1161921" y="2851314"/>
                </a:lnTo>
                <a:lnTo>
                  <a:pt x="1157526" y="2821301"/>
                </a:lnTo>
                <a:lnTo>
                  <a:pt x="1153236" y="2791287"/>
                </a:lnTo>
                <a:lnTo>
                  <a:pt x="1149046" y="2761273"/>
                </a:lnTo>
                <a:lnTo>
                  <a:pt x="1144952" y="2731259"/>
                </a:lnTo>
                <a:lnTo>
                  <a:pt x="1140949" y="2701245"/>
                </a:lnTo>
                <a:lnTo>
                  <a:pt x="1137032" y="2671231"/>
                </a:lnTo>
                <a:lnTo>
                  <a:pt x="1133196" y="2641218"/>
                </a:lnTo>
                <a:lnTo>
                  <a:pt x="1129437" y="2611204"/>
                </a:lnTo>
                <a:lnTo>
                  <a:pt x="1125752" y="2581190"/>
                </a:lnTo>
                <a:lnTo>
                  <a:pt x="1122135" y="2551176"/>
                </a:lnTo>
                <a:lnTo>
                  <a:pt x="1118584" y="2521162"/>
                </a:lnTo>
                <a:lnTo>
                  <a:pt x="1115093" y="2491148"/>
                </a:lnTo>
                <a:lnTo>
                  <a:pt x="1111660" y="2461134"/>
                </a:lnTo>
                <a:lnTo>
                  <a:pt x="1108280" y="2431121"/>
                </a:lnTo>
                <a:lnTo>
                  <a:pt x="1104951" y="2401107"/>
                </a:lnTo>
                <a:lnTo>
                  <a:pt x="1101668" y="2371093"/>
                </a:lnTo>
                <a:lnTo>
                  <a:pt x="1098429" y="2341079"/>
                </a:lnTo>
                <a:lnTo>
                  <a:pt x="1095230" y="2311065"/>
                </a:lnTo>
                <a:lnTo>
                  <a:pt x="1092069" y="2281051"/>
                </a:lnTo>
                <a:lnTo>
                  <a:pt x="1088942" y="2251038"/>
                </a:lnTo>
                <a:lnTo>
                  <a:pt x="1085846" y="2221024"/>
                </a:lnTo>
                <a:lnTo>
                  <a:pt x="1082779" y="2191010"/>
                </a:lnTo>
                <a:lnTo>
                  <a:pt x="1079737" y="2160996"/>
                </a:lnTo>
                <a:lnTo>
                  <a:pt x="1076719" y="2130982"/>
                </a:lnTo>
                <a:lnTo>
                  <a:pt x="1073722" y="2100968"/>
                </a:lnTo>
                <a:lnTo>
                  <a:pt x="1070742" y="2070955"/>
                </a:lnTo>
                <a:lnTo>
                  <a:pt x="1067779" y="2040941"/>
                </a:lnTo>
                <a:lnTo>
                  <a:pt x="1064829" y="2010927"/>
                </a:lnTo>
                <a:lnTo>
                  <a:pt x="1061890" y="1980913"/>
                </a:lnTo>
                <a:lnTo>
                  <a:pt x="1058960" y="1950899"/>
                </a:lnTo>
                <a:lnTo>
                  <a:pt x="1056038" y="1920885"/>
                </a:lnTo>
                <a:lnTo>
                  <a:pt x="1053120" y="1890872"/>
                </a:lnTo>
                <a:lnTo>
                  <a:pt x="1050204" y="1860858"/>
                </a:lnTo>
                <a:lnTo>
                  <a:pt x="1047290" y="1830844"/>
                </a:lnTo>
                <a:lnTo>
                  <a:pt x="1044375" y="1800830"/>
                </a:lnTo>
                <a:lnTo>
                  <a:pt x="1041456" y="1770816"/>
                </a:lnTo>
                <a:lnTo>
                  <a:pt x="1038533" y="1740802"/>
                </a:lnTo>
                <a:lnTo>
                  <a:pt x="1035603" y="1710789"/>
                </a:lnTo>
                <a:lnTo>
                  <a:pt x="1032665" y="1680775"/>
                </a:lnTo>
                <a:lnTo>
                  <a:pt x="1029717" y="1650761"/>
                </a:lnTo>
                <a:lnTo>
                  <a:pt x="1026757" y="1620747"/>
                </a:lnTo>
                <a:lnTo>
                  <a:pt x="1023784" y="1590733"/>
                </a:lnTo>
                <a:lnTo>
                  <a:pt x="1020795" y="1560719"/>
                </a:lnTo>
                <a:lnTo>
                  <a:pt x="1017790" y="1530706"/>
                </a:lnTo>
                <a:lnTo>
                  <a:pt x="1014766" y="1500692"/>
                </a:lnTo>
                <a:lnTo>
                  <a:pt x="1011723" y="1470678"/>
                </a:lnTo>
                <a:lnTo>
                  <a:pt x="1008657" y="1440664"/>
                </a:lnTo>
                <a:lnTo>
                  <a:pt x="1005568" y="1410650"/>
                </a:lnTo>
                <a:lnTo>
                  <a:pt x="1002455" y="1380636"/>
                </a:lnTo>
                <a:lnTo>
                  <a:pt x="999314" y="1350623"/>
                </a:lnTo>
                <a:lnTo>
                  <a:pt x="996146" y="1320609"/>
                </a:lnTo>
                <a:lnTo>
                  <a:pt x="992947" y="1290595"/>
                </a:lnTo>
                <a:lnTo>
                  <a:pt x="989717" y="1260581"/>
                </a:lnTo>
                <a:lnTo>
                  <a:pt x="986453" y="1230567"/>
                </a:lnTo>
                <a:lnTo>
                  <a:pt x="983154" y="1200553"/>
                </a:lnTo>
                <a:lnTo>
                  <a:pt x="979817" y="1170540"/>
                </a:lnTo>
                <a:lnTo>
                  <a:pt x="976442" y="1140526"/>
                </a:lnTo>
                <a:lnTo>
                  <a:pt x="973025" y="1110512"/>
                </a:lnTo>
                <a:lnTo>
                  <a:pt x="969564" y="1080498"/>
                </a:lnTo>
                <a:lnTo>
                  <a:pt x="966058" y="1050484"/>
                </a:lnTo>
                <a:lnTo>
                  <a:pt x="962504" y="1020470"/>
                </a:lnTo>
                <a:lnTo>
                  <a:pt x="958900" y="990457"/>
                </a:lnTo>
                <a:lnTo>
                  <a:pt x="955242" y="960443"/>
                </a:lnTo>
                <a:lnTo>
                  <a:pt x="951529" y="930429"/>
                </a:lnTo>
                <a:lnTo>
                  <a:pt x="947757" y="900415"/>
                </a:lnTo>
                <a:lnTo>
                  <a:pt x="943923" y="870401"/>
                </a:lnTo>
                <a:lnTo>
                  <a:pt x="940023" y="840387"/>
                </a:lnTo>
                <a:lnTo>
                  <a:pt x="936054" y="810374"/>
                </a:lnTo>
                <a:lnTo>
                  <a:pt x="932012" y="780360"/>
                </a:lnTo>
                <a:lnTo>
                  <a:pt x="927892" y="750346"/>
                </a:lnTo>
                <a:lnTo>
                  <a:pt x="923689" y="720332"/>
                </a:lnTo>
                <a:lnTo>
                  <a:pt x="919398" y="690318"/>
                </a:lnTo>
                <a:lnTo>
                  <a:pt x="915014" y="660304"/>
                </a:lnTo>
                <a:lnTo>
                  <a:pt x="910529" y="630291"/>
                </a:lnTo>
                <a:lnTo>
                  <a:pt x="905936" y="600277"/>
                </a:lnTo>
                <a:lnTo>
                  <a:pt x="901227" y="570263"/>
                </a:lnTo>
                <a:lnTo>
                  <a:pt x="896393" y="540249"/>
                </a:lnTo>
                <a:lnTo>
                  <a:pt x="891423" y="510235"/>
                </a:lnTo>
                <a:lnTo>
                  <a:pt x="886304" y="480221"/>
                </a:lnTo>
                <a:lnTo>
                  <a:pt x="881023" y="450208"/>
                </a:lnTo>
                <a:lnTo>
                  <a:pt x="875563" y="420194"/>
                </a:lnTo>
                <a:lnTo>
                  <a:pt x="869904" y="390180"/>
                </a:lnTo>
                <a:lnTo>
                  <a:pt x="864023" y="360166"/>
                </a:lnTo>
                <a:lnTo>
                  <a:pt x="857891" y="330152"/>
                </a:lnTo>
                <a:lnTo>
                  <a:pt x="851474" y="300138"/>
                </a:lnTo>
                <a:lnTo>
                  <a:pt x="844727" y="270125"/>
                </a:lnTo>
                <a:lnTo>
                  <a:pt x="837594" y="240111"/>
                </a:lnTo>
                <a:lnTo>
                  <a:pt x="829999" y="210097"/>
                </a:lnTo>
                <a:lnTo>
                  <a:pt x="821839" y="180083"/>
                </a:lnTo>
                <a:lnTo>
                  <a:pt x="812966" y="150069"/>
                </a:lnTo>
                <a:lnTo>
                  <a:pt x="803151" y="120055"/>
                </a:lnTo>
                <a:lnTo>
                  <a:pt x="792011" y="90042"/>
                </a:lnTo>
                <a:lnTo>
                  <a:pt x="778796" y="60028"/>
                </a:lnTo>
                <a:lnTo>
                  <a:pt x="761575" y="30014"/>
                </a:lnTo>
                <a:lnTo>
                  <a:pt x="719999" y="0"/>
                </a:lnTo>
                <a:lnTo>
                  <a:pt x="595274" y="0"/>
                </a:lnTo>
                <a:lnTo>
                  <a:pt x="553698" y="30014"/>
                </a:lnTo>
                <a:lnTo>
                  <a:pt x="536477" y="60028"/>
                </a:lnTo>
                <a:lnTo>
                  <a:pt x="523262" y="90042"/>
                </a:lnTo>
                <a:lnTo>
                  <a:pt x="512122" y="120055"/>
                </a:lnTo>
                <a:lnTo>
                  <a:pt x="502307" y="150069"/>
                </a:lnTo>
                <a:lnTo>
                  <a:pt x="493434" y="180083"/>
                </a:lnTo>
                <a:lnTo>
                  <a:pt x="485274" y="210097"/>
                </a:lnTo>
                <a:lnTo>
                  <a:pt x="477679" y="240111"/>
                </a:lnTo>
                <a:lnTo>
                  <a:pt x="470546" y="270125"/>
                </a:lnTo>
                <a:lnTo>
                  <a:pt x="463799" y="300138"/>
                </a:lnTo>
                <a:lnTo>
                  <a:pt x="457382" y="330152"/>
                </a:lnTo>
                <a:lnTo>
                  <a:pt x="451250" y="360166"/>
                </a:lnTo>
                <a:lnTo>
                  <a:pt x="445369" y="390180"/>
                </a:lnTo>
                <a:lnTo>
                  <a:pt x="439710" y="420194"/>
                </a:lnTo>
                <a:lnTo>
                  <a:pt x="434250" y="450208"/>
                </a:lnTo>
                <a:lnTo>
                  <a:pt x="428969" y="480221"/>
                </a:lnTo>
                <a:lnTo>
                  <a:pt x="423850" y="510235"/>
                </a:lnTo>
                <a:lnTo>
                  <a:pt x="418880" y="540249"/>
                </a:lnTo>
                <a:lnTo>
                  <a:pt x="414046" y="570263"/>
                </a:lnTo>
                <a:lnTo>
                  <a:pt x="409337" y="600277"/>
                </a:lnTo>
                <a:lnTo>
                  <a:pt x="404744" y="630291"/>
                </a:lnTo>
                <a:lnTo>
                  <a:pt x="400259" y="660304"/>
                </a:lnTo>
                <a:lnTo>
                  <a:pt x="395875" y="690318"/>
                </a:lnTo>
                <a:lnTo>
                  <a:pt x="391584" y="720332"/>
                </a:lnTo>
                <a:lnTo>
                  <a:pt x="387381" y="750346"/>
                </a:lnTo>
                <a:lnTo>
                  <a:pt x="383261" y="780360"/>
                </a:lnTo>
                <a:lnTo>
                  <a:pt x="379219" y="810374"/>
                </a:lnTo>
                <a:lnTo>
                  <a:pt x="375250" y="840387"/>
                </a:lnTo>
                <a:lnTo>
                  <a:pt x="371350" y="870401"/>
                </a:lnTo>
                <a:lnTo>
                  <a:pt x="367516" y="900415"/>
                </a:lnTo>
                <a:lnTo>
                  <a:pt x="363744" y="930429"/>
                </a:lnTo>
                <a:lnTo>
                  <a:pt x="360031" y="960443"/>
                </a:lnTo>
                <a:lnTo>
                  <a:pt x="356373" y="990457"/>
                </a:lnTo>
                <a:lnTo>
                  <a:pt x="352769" y="1020470"/>
                </a:lnTo>
                <a:lnTo>
                  <a:pt x="349215" y="1050484"/>
                </a:lnTo>
                <a:lnTo>
                  <a:pt x="345709" y="1080498"/>
                </a:lnTo>
                <a:lnTo>
                  <a:pt x="342248" y="1110512"/>
                </a:lnTo>
                <a:lnTo>
                  <a:pt x="338831" y="1140526"/>
                </a:lnTo>
                <a:lnTo>
                  <a:pt x="335456" y="1170540"/>
                </a:lnTo>
                <a:lnTo>
                  <a:pt x="332119" y="1200553"/>
                </a:lnTo>
                <a:lnTo>
                  <a:pt x="328820" y="1230567"/>
                </a:lnTo>
                <a:lnTo>
                  <a:pt x="325556" y="1260581"/>
                </a:lnTo>
                <a:lnTo>
                  <a:pt x="322326" y="1290595"/>
                </a:lnTo>
                <a:lnTo>
                  <a:pt x="319127" y="1320609"/>
                </a:lnTo>
                <a:lnTo>
                  <a:pt x="315959" y="1350623"/>
                </a:lnTo>
                <a:lnTo>
                  <a:pt x="312818" y="1380636"/>
                </a:lnTo>
                <a:lnTo>
                  <a:pt x="309705" y="1410650"/>
                </a:lnTo>
                <a:lnTo>
                  <a:pt x="306616" y="1440664"/>
                </a:lnTo>
                <a:lnTo>
                  <a:pt x="303550" y="1470678"/>
                </a:lnTo>
                <a:lnTo>
                  <a:pt x="300507" y="1500692"/>
                </a:lnTo>
                <a:lnTo>
                  <a:pt x="297483" y="1530706"/>
                </a:lnTo>
                <a:lnTo>
                  <a:pt x="294478" y="1560719"/>
                </a:lnTo>
                <a:lnTo>
                  <a:pt x="291489" y="1590733"/>
                </a:lnTo>
                <a:lnTo>
                  <a:pt x="288516" y="1620747"/>
                </a:lnTo>
                <a:lnTo>
                  <a:pt x="285556" y="1650761"/>
                </a:lnTo>
                <a:lnTo>
                  <a:pt x="282608" y="1680775"/>
                </a:lnTo>
                <a:lnTo>
                  <a:pt x="279670" y="1710789"/>
                </a:lnTo>
                <a:lnTo>
                  <a:pt x="276740" y="1740802"/>
                </a:lnTo>
                <a:lnTo>
                  <a:pt x="273817" y="1770816"/>
                </a:lnTo>
                <a:lnTo>
                  <a:pt x="270898" y="1800830"/>
                </a:lnTo>
                <a:lnTo>
                  <a:pt x="267983" y="1830844"/>
                </a:lnTo>
                <a:lnTo>
                  <a:pt x="265068" y="1860858"/>
                </a:lnTo>
                <a:lnTo>
                  <a:pt x="262153" y="1890872"/>
                </a:lnTo>
                <a:lnTo>
                  <a:pt x="259235" y="1920885"/>
                </a:lnTo>
                <a:lnTo>
                  <a:pt x="256313" y="1950899"/>
                </a:lnTo>
                <a:lnTo>
                  <a:pt x="253383" y="1980913"/>
                </a:lnTo>
                <a:lnTo>
                  <a:pt x="250444" y="2010927"/>
                </a:lnTo>
                <a:lnTo>
                  <a:pt x="247494" y="2040941"/>
                </a:lnTo>
                <a:lnTo>
                  <a:pt x="244531" y="2070955"/>
                </a:lnTo>
                <a:lnTo>
                  <a:pt x="241551" y="2100968"/>
                </a:lnTo>
                <a:lnTo>
                  <a:pt x="238554" y="2130982"/>
                </a:lnTo>
                <a:lnTo>
                  <a:pt x="235536" y="2160996"/>
                </a:lnTo>
                <a:lnTo>
                  <a:pt x="232494" y="2191010"/>
                </a:lnTo>
                <a:lnTo>
                  <a:pt x="229427" y="2221024"/>
                </a:lnTo>
                <a:lnTo>
                  <a:pt x="226331" y="2251038"/>
                </a:lnTo>
                <a:lnTo>
                  <a:pt x="223204" y="2281051"/>
                </a:lnTo>
                <a:lnTo>
                  <a:pt x="220043" y="2311065"/>
                </a:lnTo>
                <a:lnTo>
                  <a:pt x="216844" y="2341079"/>
                </a:lnTo>
                <a:lnTo>
                  <a:pt x="213605" y="2371093"/>
                </a:lnTo>
                <a:lnTo>
                  <a:pt x="210322" y="2401107"/>
                </a:lnTo>
                <a:lnTo>
                  <a:pt x="206993" y="2431121"/>
                </a:lnTo>
                <a:lnTo>
                  <a:pt x="203613" y="2461134"/>
                </a:lnTo>
                <a:lnTo>
                  <a:pt x="200180" y="2491148"/>
                </a:lnTo>
                <a:lnTo>
                  <a:pt x="196689" y="2521162"/>
                </a:lnTo>
                <a:lnTo>
                  <a:pt x="193138" y="2551176"/>
                </a:lnTo>
                <a:lnTo>
                  <a:pt x="189521" y="2581190"/>
                </a:lnTo>
                <a:lnTo>
                  <a:pt x="185836" y="2611204"/>
                </a:lnTo>
                <a:lnTo>
                  <a:pt x="182077" y="2641218"/>
                </a:lnTo>
                <a:lnTo>
                  <a:pt x="178241" y="2671231"/>
                </a:lnTo>
                <a:lnTo>
                  <a:pt x="174324" y="2701245"/>
                </a:lnTo>
                <a:lnTo>
                  <a:pt x="170321" y="2731259"/>
                </a:lnTo>
                <a:lnTo>
                  <a:pt x="166227" y="2761273"/>
                </a:lnTo>
                <a:lnTo>
                  <a:pt x="162037" y="2791287"/>
                </a:lnTo>
                <a:lnTo>
                  <a:pt x="157747" y="2821301"/>
                </a:lnTo>
                <a:lnTo>
                  <a:pt x="153352" y="2851314"/>
                </a:lnTo>
                <a:lnTo>
                  <a:pt x="148846" y="2881328"/>
                </a:lnTo>
                <a:lnTo>
                  <a:pt x="144223" y="2911342"/>
                </a:lnTo>
                <a:lnTo>
                  <a:pt x="139479" y="2941356"/>
                </a:lnTo>
                <a:lnTo>
                  <a:pt x="134608" y="2971370"/>
                </a:lnTo>
                <a:lnTo>
                  <a:pt x="129603" y="3001384"/>
                </a:lnTo>
                <a:lnTo>
                  <a:pt x="124459" y="3031397"/>
                </a:lnTo>
                <a:lnTo>
                  <a:pt x="119169" y="3061411"/>
                </a:lnTo>
                <a:lnTo>
                  <a:pt x="113727" y="3091425"/>
                </a:lnTo>
                <a:lnTo>
                  <a:pt x="108127" y="3121439"/>
                </a:lnTo>
                <a:lnTo>
                  <a:pt x="102362" y="3151453"/>
                </a:lnTo>
                <a:lnTo>
                  <a:pt x="96424" y="3181467"/>
                </a:lnTo>
                <a:lnTo>
                  <a:pt x="90306" y="3211480"/>
                </a:lnTo>
                <a:lnTo>
                  <a:pt x="84002" y="3241494"/>
                </a:lnTo>
                <a:lnTo>
                  <a:pt x="77503" y="3271508"/>
                </a:lnTo>
                <a:lnTo>
                  <a:pt x="70802" y="3301522"/>
                </a:lnTo>
                <a:lnTo>
                  <a:pt x="63890" y="3331536"/>
                </a:lnTo>
                <a:lnTo>
                  <a:pt x="56760" y="3361550"/>
                </a:lnTo>
                <a:lnTo>
                  <a:pt x="49404" y="3391563"/>
                </a:lnTo>
                <a:lnTo>
                  <a:pt x="41812" y="3421577"/>
                </a:lnTo>
                <a:lnTo>
                  <a:pt x="33975" y="3451591"/>
                </a:lnTo>
                <a:lnTo>
                  <a:pt x="25885" y="3481605"/>
                </a:lnTo>
                <a:lnTo>
                  <a:pt x="17533" y="3511619"/>
                </a:lnTo>
                <a:lnTo>
                  <a:pt x="8907" y="3541633"/>
                </a:lnTo>
                <a:lnTo>
                  <a:pt x="0" y="3571646"/>
                </a:lnTo>
                <a:close/>
              </a:path>
            </a:pathLst>
          </a:custGeom>
          <a:gradFill rotWithShape="1">
            <a:gsLst>
              <a:gs pos="0">
                <a:srgbClr val="FFF6DF">
                  <a:alpha val="95000"/>
                </a:srgbClr>
              </a:gs>
              <a:gs pos="45000">
                <a:srgbClr val="FBCB86">
                  <a:alpha val="90000"/>
                </a:srgbClr>
              </a:gs>
              <a:gs pos="85000">
                <a:srgbClr val="F39A3C">
                  <a:alpha val="75000"/>
                </a:srgbClr>
              </a:gs>
              <a:gs pos="100000">
                <a:srgbClr val="F08A2C">
                  <a:alpha val="55000"/>
                </a:srgbClr>
              </a:gs>
            </a:gsLst>
            <a:path path="shape">
              <a:fillToRect l="50000" t="50000" r="50000" b="50000"/>
            </a:path>
          </a:gradFill>
          <a:ln/>
        </p:spPr>
      </p:sp>
      <p:sp>
        <p:nvSpPr>
          <p:cNvPr id="6" name="column core"/>
          <p:cNvSpPr/>
          <p:nvPr/>
        </p:nvSpPr>
        <p:spPr>
          <a:xfrm>
            <a:off x="1487144" y="2889504"/>
            <a:ext cx="591873" cy="3571646"/>
          </a:xfrm>
          <a:custGeom>
            <a:avLst/>
            <a:gdLst/>
            <a:ahLst/>
            <a:cxnLst/>
            <a:rect l="l" t="t" r="r" b="b"/>
            <a:pathLst>
              <a:path w="591873" h="3571646">
                <a:moveTo>
                  <a:pt x="591873" y="3571646"/>
                </a:moveTo>
                <a:lnTo>
                  <a:pt x="587865" y="3541633"/>
                </a:lnTo>
                <a:lnTo>
                  <a:pt x="583983" y="3511619"/>
                </a:lnTo>
                <a:lnTo>
                  <a:pt x="580224" y="3481605"/>
                </a:lnTo>
                <a:lnTo>
                  <a:pt x="576584" y="3451591"/>
                </a:lnTo>
                <a:lnTo>
                  <a:pt x="573058" y="3421577"/>
                </a:lnTo>
                <a:lnTo>
                  <a:pt x="569641" y="3391563"/>
                </a:lnTo>
                <a:lnTo>
                  <a:pt x="566331" y="3361550"/>
                </a:lnTo>
                <a:lnTo>
                  <a:pt x="563122" y="3331536"/>
                </a:lnTo>
                <a:lnTo>
                  <a:pt x="560012" y="3301522"/>
                </a:lnTo>
                <a:lnTo>
                  <a:pt x="556997" y="3271508"/>
                </a:lnTo>
                <a:lnTo>
                  <a:pt x="554072" y="3241494"/>
                </a:lnTo>
                <a:lnTo>
                  <a:pt x="551235" y="3211480"/>
                </a:lnTo>
                <a:lnTo>
                  <a:pt x="548482" y="3181467"/>
                </a:lnTo>
                <a:lnTo>
                  <a:pt x="545810" y="3151453"/>
                </a:lnTo>
                <a:lnTo>
                  <a:pt x="543216" y="3121439"/>
                </a:lnTo>
                <a:lnTo>
                  <a:pt x="540695" y="3091425"/>
                </a:lnTo>
                <a:lnTo>
                  <a:pt x="538247" y="3061411"/>
                </a:lnTo>
                <a:lnTo>
                  <a:pt x="535866" y="3031397"/>
                </a:lnTo>
                <a:lnTo>
                  <a:pt x="533552" y="3001384"/>
                </a:lnTo>
                <a:lnTo>
                  <a:pt x="531299" y="2971370"/>
                </a:lnTo>
                <a:lnTo>
                  <a:pt x="529107" y="2941356"/>
                </a:lnTo>
                <a:lnTo>
                  <a:pt x="526972" y="2911342"/>
                </a:lnTo>
                <a:lnTo>
                  <a:pt x="524892" y="2881328"/>
                </a:lnTo>
                <a:lnTo>
                  <a:pt x="522865" y="2851314"/>
                </a:lnTo>
                <a:lnTo>
                  <a:pt x="520887" y="2821301"/>
                </a:lnTo>
                <a:lnTo>
                  <a:pt x="518956" y="2791287"/>
                </a:lnTo>
                <a:lnTo>
                  <a:pt x="517071" y="2761273"/>
                </a:lnTo>
                <a:lnTo>
                  <a:pt x="515228" y="2731259"/>
                </a:lnTo>
                <a:lnTo>
                  <a:pt x="513427" y="2701245"/>
                </a:lnTo>
                <a:lnTo>
                  <a:pt x="511664" y="2671231"/>
                </a:lnTo>
                <a:lnTo>
                  <a:pt x="509938" y="2641218"/>
                </a:lnTo>
                <a:lnTo>
                  <a:pt x="508247" y="2611204"/>
                </a:lnTo>
                <a:lnTo>
                  <a:pt x="506588" y="2581190"/>
                </a:lnTo>
                <a:lnTo>
                  <a:pt x="504961" y="2551176"/>
                </a:lnTo>
                <a:lnTo>
                  <a:pt x="503363" y="2521162"/>
                </a:lnTo>
                <a:lnTo>
                  <a:pt x="501792" y="2491148"/>
                </a:lnTo>
                <a:lnTo>
                  <a:pt x="500247" y="2461134"/>
                </a:lnTo>
                <a:lnTo>
                  <a:pt x="498726" y="2431121"/>
                </a:lnTo>
                <a:lnTo>
                  <a:pt x="497228" y="2401107"/>
                </a:lnTo>
                <a:lnTo>
                  <a:pt x="495751" y="2371093"/>
                </a:lnTo>
                <a:lnTo>
                  <a:pt x="494293" y="2341079"/>
                </a:lnTo>
                <a:lnTo>
                  <a:pt x="492854" y="2311065"/>
                </a:lnTo>
                <a:lnTo>
                  <a:pt x="491431" y="2281051"/>
                </a:lnTo>
                <a:lnTo>
                  <a:pt x="490024" y="2251038"/>
                </a:lnTo>
                <a:lnTo>
                  <a:pt x="488631" y="2221024"/>
                </a:lnTo>
                <a:lnTo>
                  <a:pt x="487250" y="2191010"/>
                </a:lnTo>
                <a:lnTo>
                  <a:pt x="485882" y="2160996"/>
                </a:lnTo>
                <a:lnTo>
                  <a:pt x="484524" y="2130982"/>
                </a:lnTo>
                <a:lnTo>
                  <a:pt x="483175" y="2100968"/>
                </a:lnTo>
                <a:lnTo>
                  <a:pt x="481834" y="2070955"/>
                </a:lnTo>
                <a:lnTo>
                  <a:pt x="480500" y="2040941"/>
                </a:lnTo>
                <a:lnTo>
                  <a:pt x="479173" y="2010927"/>
                </a:lnTo>
                <a:lnTo>
                  <a:pt x="477851" y="1980913"/>
                </a:lnTo>
                <a:lnTo>
                  <a:pt x="476532" y="1950899"/>
                </a:lnTo>
                <a:lnTo>
                  <a:pt x="475217" y="1920885"/>
                </a:lnTo>
                <a:lnTo>
                  <a:pt x="473904" y="1890872"/>
                </a:lnTo>
                <a:lnTo>
                  <a:pt x="472592" y="1860858"/>
                </a:lnTo>
                <a:lnTo>
                  <a:pt x="471281" y="1830844"/>
                </a:lnTo>
                <a:lnTo>
                  <a:pt x="469969" y="1800830"/>
                </a:lnTo>
                <a:lnTo>
                  <a:pt x="468655" y="1770816"/>
                </a:lnTo>
                <a:lnTo>
                  <a:pt x="467340" y="1740802"/>
                </a:lnTo>
                <a:lnTo>
                  <a:pt x="466022" y="1710789"/>
                </a:lnTo>
                <a:lnTo>
                  <a:pt x="464699" y="1680775"/>
                </a:lnTo>
                <a:lnTo>
                  <a:pt x="463373" y="1650761"/>
                </a:lnTo>
                <a:lnTo>
                  <a:pt x="462041" y="1620747"/>
                </a:lnTo>
                <a:lnTo>
                  <a:pt x="460703" y="1590733"/>
                </a:lnTo>
                <a:lnTo>
                  <a:pt x="459358" y="1560719"/>
                </a:lnTo>
                <a:lnTo>
                  <a:pt x="458005" y="1530706"/>
                </a:lnTo>
                <a:lnTo>
                  <a:pt x="456645" y="1500692"/>
                </a:lnTo>
                <a:lnTo>
                  <a:pt x="455275" y="1470678"/>
                </a:lnTo>
                <a:lnTo>
                  <a:pt x="453896" y="1440664"/>
                </a:lnTo>
                <a:lnTo>
                  <a:pt x="452506" y="1410650"/>
                </a:lnTo>
                <a:lnTo>
                  <a:pt x="451105" y="1380636"/>
                </a:lnTo>
                <a:lnTo>
                  <a:pt x="449691" y="1350623"/>
                </a:lnTo>
                <a:lnTo>
                  <a:pt x="448266" y="1320609"/>
                </a:lnTo>
                <a:lnTo>
                  <a:pt x="446826" y="1290595"/>
                </a:lnTo>
                <a:lnTo>
                  <a:pt x="445373" y="1260581"/>
                </a:lnTo>
                <a:lnTo>
                  <a:pt x="443904" y="1230567"/>
                </a:lnTo>
                <a:lnTo>
                  <a:pt x="442419" y="1200553"/>
                </a:lnTo>
                <a:lnTo>
                  <a:pt x="440918" y="1170540"/>
                </a:lnTo>
                <a:lnTo>
                  <a:pt x="439399" y="1140526"/>
                </a:lnTo>
                <a:lnTo>
                  <a:pt x="437861" y="1110512"/>
                </a:lnTo>
                <a:lnTo>
                  <a:pt x="436304" y="1080498"/>
                </a:lnTo>
                <a:lnTo>
                  <a:pt x="434726" y="1050484"/>
                </a:lnTo>
                <a:lnTo>
                  <a:pt x="433127" y="1020470"/>
                </a:lnTo>
                <a:lnTo>
                  <a:pt x="431505" y="990457"/>
                </a:lnTo>
                <a:lnTo>
                  <a:pt x="429859" y="960443"/>
                </a:lnTo>
                <a:lnTo>
                  <a:pt x="428188" y="930429"/>
                </a:lnTo>
                <a:lnTo>
                  <a:pt x="426491" y="900415"/>
                </a:lnTo>
                <a:lnTo>
                  <a:pt x="424765" y="870401"/>
                </a:lnTo>
                <a:lnTo>
                  <a:pt x="423010" y="840387"/>
                </a:lnTo>
                <a:lnTo>
                  <a:pt x="421224" y="810374"/>
                </a:lnTo>
                <a:lnTo>
                  <a:pt x="419405" y="780360"/>
                </a:lnTo>
                <a:lnTo>
                  <a:pt x="417551" y="750346"/>
                </a:lnTo>
                <a:lnTo>
                  <a:pt x="415660" y="720332"/>
                </a:lnTo>
                <a:lnTo>
                  <a:pt x="413729" y="690318"/>
                </a:lnTo>
                <a:lnTo>
                  <a:pt x="411756" y="660304"/>
                </a:lnTo>
                <a:lnTo>
                  <a:pt x="409738" y="630291"/>
                </a:lnTo>
                <a:lnTo>
                  <a:pt x="407671" y="600277"/>
                </a:lnTo>
                <a:lnTo>
                  <a:pt x="405552" y="570263"/>
                </a:lnTo>
                <a:lnTo>
                  <a:pt x="403377" y="540249"/>
                </a:lnTo>
                <a:lnTo>
                  <a:pt x="401140" y="510235"/>
                </a:lnTo>
                <a:lnTo>
                  <a:pt x="398837" y="480221"/>
                </a:lnTo>
                <a:lnTo>
                  <a:pt x="396460" y="450208"/>
                </a:lnTo>
                <a:lnTo>
                  <a:pt x="394003" y="420194"/>
                </a:lnTo>
                <a:lnTo>
                  <a:pt x="391457" y="390180"/>
                </a:lnTo>
                <a:lnTo>
                  <a:pt x="388810" y="360166"/>
                </a:lnTo>
                <a:lnTo>
                  <a:pt x="386051" y="330152"/>
                </a:lnTo>
                <a:lnTo>
                  <a:pt x="383163" y="300138"/>
                </a:lnTo>
                <a:lnTo>
                  <a:pt x="380127" y="270125"/>
                </a:lnTo>
                <a:lnTo>
                  <a:pt x="376917" y="240111"/>
                </a:lnTo>
                <a:lnTo>
                  <a:pt x="373499" y="210097"/>
                </a:lnTo>
                <a:lnTo>
                  <a:pt x="369828" y="180083"/>
                </a:lnTo>
                <a:lnTo>
                  <a:pt x="365835" y="150069"/>
                </a:lnTo>
                <a:lnTo>
                  <a:pt x="361418" y="120055"/>
                </a:lnTo>
                <a:lnTo>
                  <a:pt x="356405" y="90042"/>
                </a:lnTo>
                <a:lnTo>
                  <a:pt x="350458" y="60028"/>
                </a:lnTo>
                <a:lnTo>
                  <a:pt x="342709" y="30014"/>
                </a:lnTo>
                <a:lnTo>
                  <a:pt x="323999" y="0"/>
                </a:lnTo>
                <a:lnTo>
                  <a:pt x="267873" y="0"/>
                </a:lnTo>
                <a:lnTo>
                  <a:pt x="249164" y="30014"/>
                </a:lnTo>
                <a:lnTo>
                  <a:pt x="241415" y="60028"/>
                </a:lnTo>
                <a:lnTo>
                  <a:pt x="235468" y="90042"/>
                </a:lnTo>
                <a:lnTo>
                  <a:pt x="230455" y="120055"/>
                </a:lnTo>
                <a:lnTo>
                  <a:pt x="226038" y="150069"/>
                </a:lnTo>
                <a:lnTo>
                  <a:pt x="222045" y="180083"/>
                </a:lnTo>
                <a:lnTo>
                  <a:pt x="218373" y="210097"/>
                </a:lnTo>
                <a:lnTo>
                  <a:pt x="214956" y="240111"/>
                </a:lnTo>
                <a:lnTo>
                  <a:pt x="211746" y="270125"/>
                </a:lnTo>
                <a:lnTo>
                  <a:pt x="208710" y="300138"/>
                </a:lnTo>
                <a:lnTo>
                  <a:pt x="205822" y="330152"/>
                </a:lnTo>
                <a:lnTo>
                  <a:pt x="203063" y="360166"/>
                </a:lnTo>
                <a:lnTo>
                  <a:pt x="200416" y="390180"/>
                </a:lnTo>
                <a:lnTo>
                  <a:pt x="197870" y="420194"/>
                </a:lnTo>
                <a:lnTo>
                  <a:pt x="195413" y="450208"/>
                </a:lnTo>
                <a:lnTo>
                  <a:pt x="193036" y="480221"/>
                </a:lnTo>
                <a:lnTo>
                  <a:pt x="190733" y="510235"/>
                </a:lnTo>
                <a:lnTo>
                  <a:pt x="188496" y="540249"/>
                </a:lnTo>
                <a:lnTo>
                  <a:pt x="186321" y="570263"/>
                </a:lnTo>
                <a:lnTo>
                  <a:pt x="184202" y="600277"/>
                </a:lnTo>
                <a:lnTo>
                  <a:pt x="182135" y="630291"/>
                </a:lnTo>
                <a:lnTo>
                  <a:pt x="180117" y="660304"/>
                </a:lnTo>
                <a:lnTo>
                  <a:pt x="178144" y="690318"/>
                </a:lnTo>
                <a:lnTo>
                  <a:pt x="176213" y="720332"/>
                </a:lnTo>
                <a:lnTo>
                  <a:pt x="174322" y="750346"/>
                </a:lnTo>
                <a:lnTo>
                  <a:pt x="172468" y="780360"/>
                </a:lnTo>
                <a:lnTo>
                  <a:pt x="170649" y="810374"/>
                </a:lnTo>
                <a:lnTo>
                  <a:pt x="168862" y="840387"/>
                </a:lnTo>
                <a:lnTo>
                  <a:pt x="167108" y="870401"/>
                </a:lnTo>
                <a:lnTo>
                  <a:pt x="165382" y="900415"/>
                </a:lnTo>
                <a:lnTo>
                  <a:pt x="163685" y="930429"/>
                </a:lnTo>
                <a:lnTo>
                  <a:pt x="162014" y="960443"/>
                </a:lnTo>
                <a:lnTo>
                  <a:pt x="160368" y="990457"/>
                </a:lnTo>
                <a:lnTo>
                  <a:pt x="158746" y="1020470"/>
                </a:lnTo>
                <a:lnTo>
                  <a:pt x="157147" y="1050484"/>
                </a:lnTo>
                <a:lnTo>
                  <a:pt x="155569" y="1080498"/>
                </a:lnTo>
                <a:lnTo>
                  <a:pt x="154012" y="1110512"/>
                </a:lnTo>
                <a:lnTo>
                  <a:pt x="152474" y="1140526"/>
                </a:lnTo>
                <a:lnTo>
                  <a:pt x="150955" y="1170540"/>
                </a:lnTo>
                <a:lnTo>
                  <a:pt x="149454" y="1200553"/>
                </a:lnTo>
                <a:lnTo>
                  <a:pt x="147969" y="1230567"/>
                </a:lnTo>
                <a:lnTo>
                  <a:pt x="146500" y="1260581"/>
                </a:lnTo>
                <a:lnTo>
                  <a:pt x="145047" y="1290595"/>
                </a:lnTo>
                <a:lnTo>
                  <a:pt x="143607" y="1320609"/>
                </a:lnTo>
                <a:lnTo>
                  <a:pt x="142181" y="1350623"/>
                </a:lnTo>
                <a:lnTo>
                  <a:pt x="140768" y="1380636"/>
                </a:lnTo>
                <a:lnTo>
                  <a:pt x="139367" y="1410650"/>
                </a:lnTo>
                <a:lnTo>
                  <a:pt x="137977" y="1440664"/>
                </a:lnTo>
                <a:lnTo>
                  <a:pt x="136598" y="1470678"/>
                </a:lnTo>
                <a:lnTo>
                  <a:pt x="135228" y="1500692"/>
                </a:lnTo>
                <a:lnTo>
                  <a:pt x="133867" y="1530706"/>
                </a:lnTo>
                <a:lnTo>
                  <a:pt x="132515" y="1560719"/>
                </a:lnTo>
                <a:lnTo>
                  <a:pt x="131170" y="1590733"/>
                </a:lnTo>
                <a:lnTo>
                  <a:pt x="129832" y="1620747"/>
                </a:lnTo>
                <a:lnTo>
                  <a:pt x="128500" y="1650761"/>
                </a:lnTo>
                <a:lnTo>
                  <a:pt x="127173" y="1680775"/>
                </a:lnTo>
                <a:lnTo>
                  <a:pt x="125851" y="1710789"/>
                </a:lnTo>
                <a:lnTo>
                  <a:pt x="124533" y="1740802"/>
                </a:lnTo>
                <a:lnTo>
                  <a:pt x="123217" y="1770816"/>
                </a:lnTo>
                <a:lnTo>
                  <a:pt x="121904" y="1800830"/>
                </a:lnTo>
                <a:lnTo>
                  <a:pt x="120592" y="1830844"/>
                </a:lnTo>
                <a:lnTo>
                  <a:pt x="119281" y="1860858"/>
                </a:lnTo>
                <a:lnTo>
                  <a:pt x="117969" y="1890872"/>
                </a:lnTo>
                <a:lnTo>
                  <a:pt x="116656" y="1920885"/>
                </a:lnTo>
                <a:lnTo>
                  <a:pt x="115341" y="1950899"/>
                </a:lnTo>
                <a:lnTo>
                  <a:pt x="114022" y="1980913"/>
                </a:lnTo>
                <a:lnTo>
                  <a:pt x="112700" y="2010927"/>
                </a:lnTo>
                <a:lnTo>
                  <a:pt x="111372" y="2040941"/>
                </a:lnTo>
                <a:lnTo>
                  <a:pt x="110039" y="2070955"/>
                </a:lnTo>
                <a:lnTo>
                  <a:pt x="108698" y="2100968"/>
                </a:lnTo>
                <a:lnTo>
                  <a:pt x="107349" y="2130982"/>
                </a:lnTo>
                <a:lnTo>
                  <a:pt x="105991" y="2160996"/>
                </a:lnTo>
                <a:lnTo>
                  <a:pt x="104622" y="2191010"/>
                </a:lnTo>
                <a:lnTo>
                  <a:pt x="103242" y="2221024"/>
                </a:lnTo>
                <a:lnTo>
                  <a:pt x="101849" y="2251038"/>
                </a:lnTo>
                <a:lnTo>
                  <a:pt x="100442" y="2281051"/>
                </a:lnTo>
                <a:lnTo>
                  <a:pt x="99019" y="2311065"/>
                </a:lnTo>
                <a:lnTo>
                  <a:pt x="97580" y="2341079"/>
                </a:lnTo>
                <a:lnTo>
                  <a:pt x="96122" y="2371093"/>
                </a:lnTo>
                <a:lnTo>
                  <a:pt x="94645" y="2401107"/>
                </a:lnTo>
                <a:lnTo>
                  <a:pt x="93147" y="2431121"/>
                </a:lnTo>
                <a:lnTo>
                  <a:pt x="91626" y="2461134"/>
                </a:lnTo>
                <a:lnTo>
                  <a:pt x="90081" y="2491148"/>
                </a:lnTo>
                <a:lnTo>
                  <a:pt x="88510" y="2521162"/>
                </a:lnTo>
                <a:lnTo>
                  <a:pt x="86912" y="2551176"/>
                </a:lnTo>
                <a:lnTo>
                  <a:pt x="85284" y="2581190"/>
                </a:lnTo>
                <a:lnTo>
                  <a:pt x="83626" y="2611204"/>
                </a:lnTo>
                <a:lnTo>
                  <a:pt x="81935" y="2641218"/>
                </a:lnTo>
                <a:lnTo>
                  <a:pt x="80209" y="2671231"/>
                </a:lnTo>
                <a:lnTo>
                  <a:pt x="78446" y="2701245"/>
                </a:lnTo>
                <a:lnTo>
                  <a:pt x="76644" y="2731259"/>
                </a:lnTo>
                <a:lnTo>
                  <a:pt x="74802" y="2761273"/>
                </a:lnTo>
                <a:lnTo>
                  <a:pt x="72917" y="2791287"/>
                </a:lnTo>
                <a:lnTo>
                  <a:pt x="70986" y="2821301"/>
                </a:lnTo>
                <a:lnTo>
                  <a:pt x="69008" y="2851314"/>
                </a:lnTo>
                <a:lnTo>
                  <a:pt x="66980" y="2881328"/>
                </a:lnTo>
                <a:lnTo>
                  <a:pt x="64900" y="2911342"/>
                </a:lnTo>
                <a:lnTo>
                  <a:pt x="62766" y="2941356"/>
                </a:lnTo>
                <a:lnTo>
                  <a:pt x="60573" y="2971370"/>
                </a:lnTo>
                <a:lnTo>
                  <a:pt x="58321" y="3001384"/>
                </a:lnTo>
                <a:lnTo>
                  <a:pt x="56006" y="3031397"/>
                </a:lnTo>
                <a:lnTo>
                  <a:pt x="53626" y="3061411"/>
                </a:lnTo>
                <a:lnTo>
                  <a:pt x="51177" y="3091425"/>
                </a:lnTo>
                <a:lnTo>
                  <a:pt x="48657" y="3121439"/>
                </a:lnTo>
                <a:lnTo>
                  <a:pt x="46063" y="3151453"/>
                </a:lnTo>
                <a:lnTo>
                  <a:pt x="43391" y="3181467"/>
                </a:lnTo>
                <a:lnTo>
                  <a:pt x="40638" y="3211480"/>
                </a:lnTo>
                <a:lnTo>
                  <a:pt x="37801" y="3241494"/>
                </a:lnTo>
                <a:lnTo>
                  <a:pt x="34876" y="3271508"/>
                </a:lnTo>
                <a:lnTo>
                  <a:pt x="31861" y="3301522"/>
                </a:lnTo>
                <a:lnTo>
                  <a:pt x="28751" y="3331536"/>
                </a:lnTo>
                <a:lnTo>
                  <a:pt x="25542" y="3361550"/>
                </a:lnTo>
                <a:lnTo>
                  <a:pt x="22232" y="3391563"/>
                </a:lnTo>
                <a:lnTo>
                  <a:pt x="18815" y="3421577"/>
                </a:lnTo>
                <a:lnTo>
                  <a:pt x="15289" y="3451591"/>
                </a:lnTo>
                <a:lnTo>
                  <a:pt x="11648" y="3481605"/>
                </a:lnTo>
                <a:lnTo>
                  <a:pt x="7890" y="3511619"/>
                </a:lnTo>
                <a:lnTo>
                  <a:pt x="4008" y="3541633"/>
                </a:lnTo>
                <a:lnTo>
                  <a:pt x="0" y="3571646"/>
                </a:lnTo>
                <a:close/>
              </a:path>
            </a:pathLst>
          </a:custGeom>
          <a:gradFill rotWithShape="1">
            <a:gsLst>
              <a:gs pos="0">
                <a:srgbClr val="FFFFFF">
                  <a:alpha val="95000"/>
                </a:srgbClr>
              </a:gs>
              <a:gs pos="60000">
                <a:srgbClr val="FFF8E8">
                  <a:alpha val="70000"/>
                </a:srgbClr>
              </a:gs>
              <a:gs pos="100000">
                <a:srgbClr val="FFF3D6">
                  <a:alpha val="0"/>
                </a:srgbClr>
              </a:gs>
            </a:gsLst>
            <a:path path="shape">
              <a:fillToRect l="50000" t="50000" r="50000" b="50000"/>
            </a:path>
          </a:gradFill>
          <a:ln/>
        </p:spPr>
      </p:sp>
      <p:sp>
        <p:nvSpPr>
          <p:cNvPr id="7" name="cathode"/>
          <p:cNvSpPr/>
          <p:nvPr/>
        </p:nvSpPr>
        <p:spPr>
          <a:xfrm>
            <a:off x="1601663" y="1245413"/>
            <a:ext cx="362834" cy="1644091"/>
          </a:xfrm>
          <a:custGeom>
            <a:avLst/>
            <a:gdLst/>
            <a:ahLst/>
            <a:cxnLst/>
            <a:rect l="l" t="t" r="r" b="b"/>
            <a:pathLst>
              <a:path w="362834" h="1644091">
                <a:moveTo>
                  <a:pt x="0" y="0"/>
                </a:moveTo>
                <a:lnTo>
                  <a:pt x="362834" y="0"/>
                </a:lnTo>
                <a:lnTo>
                  <a:pt x="362834" y="1020470"/>
                </a:lnTo>
                <a:lnTo>
                  <a:pt x="215433" y="1644091"/>
                </a:lnTo>
                <a:lnTo>
                  <a:pt x="147401" y="1644091"/>
                </a:lnTo>
                <a:lnTo>
                  <a:pt x="0" y="1020470"/>
                </a:lnTo>
                <a:close/>
              </a:path>
            </a:pathLst>
          </a:custGeom>
          <a:solidFill>
            <a:srgbClr val="8C8F94"/>
          </a:solidFill>
          <a:ln w="9525">
            <a:solidFill>
              <a:srgbClr val="2B2B2B"/>
            </a:solidFill>
            <a:prstDash val="solid"/>
          </a:ln>
        </p:spPr>
      </p:sp>
      <p:sp>
        <p:nvSpPr>
          <p:cNvPr id="8" name="cathode label"/>
          <p:cNvSpPr txBox="1"/>
          <p:nvPr/>
        </p:nvSpPr>
        <p:spPr>
          <a:xfrm>
            <a:off x="2038198" y="135879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cathode</a:t>
            </a:r>
            <a:endParaRPr lang="en-US" sz="1500" dirty="0"/>
          </a:p>
        </p:txBody>
      </p:sp>
      <p:sp>
        <p:nvSpPr>
          <p:cNvPr id="9" name="anode"/>
          <p:cNvSpPr/>
          <p:nvPr/>
        </p:nvSpPr>
        <p:spPr>
          <a:xfrm>
            <a:off x="904342" y="6461150"/>
            <a:ext cx="1757477" cy="425196"/>
          </a:xfrm>
          <a:prstGeom prst="rect">
            <a:avLst/>
          </a:prstGeom>
          <a:solidFill>
            <a:srgbClr val="B87333"/>
          </a:solidFill>
          <a:ln w="9525">
            <a:solidFill>
              <a:srgbClr val="2B2B2B"/>
            </a:solidFill>
            <a:prstDash val="solid"/>
          </a:ln>
        </p:spPr>
      </p:sp>
      <p:sp>
        <p:nvSpPr>
          <p:cNvPr id="10" name="anode label"/>
          <p:cNvSpPr txBox="1"/>
          <p:nvPr/>
        </p:nvSpPr>
        <p:spPr>
          <a:xfrm>
            <a:off x="904342" y="6461150"/>
            <a:ext cx="1757477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anode </a:t>
            </a:r>
            <a:endParaRPr lang="en-US" sz="1500" dirty="0"/>
          </a:p>
        </p:txBody>
      </p:sp>
      <p:sp>
        <p:nvSpPr>
          <p:cNvPr id="11" name="column label"/>
          <p:cNvSpPr txBox="1"/>
          <p:nvPr/>
        </p:nvSpPr>
        <p:spPr>
          <a:xfrm>
            <a:off x="1216152" y="4420210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bulk plasma</a:t>
            </a:r>
            <a:endParaRPr lang="en-US" sz="1500" dirty="0"/>
          </a:p>
        </p:txBody>
      </p:sp>
      <p:sp>
        <p:nvSpPr>
          <p:cNvPr id="12" name="current arrow"/>
          <p:cNvSpPr/>
          <p:nvPr/>
        </p:nvSpPr>
        <p:spPr>
          <a:xfrm flipV="1">
            <a:off x="2605126" y="3626510"/>
            <a:ext cx="0" cy="1700784"/>
          </a:xfrm>
          <a:prstGeom prst="line">
            <a:avLst/>
          </a:prstGeom>
          <a:noFill/>
          <a:ln w="1587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13" name="current label"/>
          <p:cNvSpPr txBox="1"/>
          <p:nvPr/>
        </p:nvSpPr>
        <p:spPr>
          <a:xfrm>
            <a:off x="2644811" y="433517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6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600" dirty="0"/>
          </a:p>
        </p:txBody>
      </p:sp>
      <p:sp>
        <p:nvSpPr>
          <p:cNvPr id="14" name="cathode region box"/>
          <p:cNvSpPr/>
          <p:nvPr/>
        </p:nvSpPr>
        <p:spPr>
          <a:xfrm>
            <a:off x="1601663" y="2889504"/>
            <a:ext cx="362834" cy="311810"/>
          </a:xfrm>
          <a:prstGeom prst="rect">
            <a:avLst/>
          </a:prstGeom>
          <a:ln w="15875">
            <a:solidFill>
              <a:srgbClr val="3B4A5C"/>
            </a:solidFill>
            <a:prstDash val="dash"/>
          </a:ln>
        </p:spPr>
      </p:sp>
      <p:sp>
        <p:nvSpPr>
          <p:cNvPr id="15" name="anode region box"/>
          <p:cNvSpPr/>
          <p:nvPr/>
        </p:nvSpPr>
        <p:spPr>
          <a:xfrm>
            <a:off x="1074420" y="6149340"/>
            <a:ext cx="1417320" cy="311810"/>
          </a:xfrm>
          <a:prstGeom prst="rect">
            <a:avLst/>
          </a:prstGeom>
          <a:ln w="15875">
            <a:solidFill>
              <a:srgbClr val="3B4A5C"/>
            </a:solidFill>
            <a:prstDash val="dash"/>
          </a:ln>
        </p:spPr>
      </p:sp>
      <p:sp>
        <p:nvSpPr>
          <p:cNvPr id="16" name="x axis cathode"/>
          <p:cNvSpPr/>
          <p:nvPr/>
        </p:nvSpPr>
        <p:spPr>
          <a:xfrm>
            <a:off x="1783080" y="2889504"/>
            <a:ext cx="0" cy="538582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17" name="x cathode"/>
          <p:cNvSpPr txBox="1"/>
          <p:nvPr/>
        </p:nvSpPr>
        <p:spPr>
          <a:xfrm>
            <a:off x="1822765" y="3343046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500" dirty="0"/>
          </a:p>
        </p:txBody>
      </p:sp>
      <p:sp>
        <p:nvSpPr>
          <p:cNvPr id="18" name="x axis anode"/>
          <p:cNvSpPr/>
          <p:nvPr/>
        </p:nvSpPr>
        <p:spPr>
          <a:xfrm flipV="1">
            <a:off x="2321662" y="5894222"/>
            <a:ext cx="0" cy="566928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19" name="x anode"/>
          <p:cNvSpPr txBox="1"/>
          <p:nvPr/>
        </p:nvSpPr>
        <p:spPr>
          <a:xfrm>
            <a:off x="2361347" y="583753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500" dirty="0"/>
          </a:p>
        </p:txBody>
      </p:sp>
      <p:sp>
        <p:nvSpPr>
          <p:cNvPr id="20" name="cathode region label"/>
          <p:cNvSpPr txBox="1"/>
          <p:nvPr/>
        </p:nvSpPr>
        <p:spPr>
          <a:xfrm>
            <a:off x="539130" y="284378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95000"/>
              </a:lnSpc>
              <a:buNone/>
            </a:pPr>
            <a:r>
              <a:rPr lang="en-US" sz="1400" dirty="0">
                <a:solidFill>
                  <a:srgbClr val="3B4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cathode</a:t>
            </a:r>
            <a:endParaRPr lang="en-US" sz="1400" dirty="0"/>
          </a:p>
          <a:p>
            <a:pPr marL="0" indent="0" algn="r">
              <a:lnSpc>
                <a:spcPct val="95000"/>
              </a:lnSpc>
              <a:buNone/>
            </a:pPr>
            <a:r>
              <a:rPr lang="en-US" sz="1400" dirty="0">
                <a:solidFill>
                  <a:srgbClr val="3B4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region</a:t>
            </a:r>
            <a:endParaRPr lang="en-US" sz="1400" dirty="0"/>
          </a:p>
        </p:txBody>
      </p:sp>
      <p:sp>
        <p:nvSpPr>
          <p:cNvPr id="21" name="anode region label"/>
          <p:cNvSpPr txBox="1"/>
          <p:nvPr/>
        </p:nvSpPr>
        <p:spPr>
          <a:xfrm>
            <a:off x="73152" y="60624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95000"/>
              </a:lnSpc>
              <a:buNone/>
            </a:pPr>
            <a:r>
              <a:rPr lang="en-US" sz="1400" dirty="0">
                <a:solidFill>
                  <a:srgbClr val="3B4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anode region</a:t>
            </a:r>
            <a:endParaRPr lang="en-US" sz="1400" dirty="0"/>
          </a:p>
        </p:txBody>
      </p:sp>
      <p:sp>
        <p:nvSpPr>
          <p:cNvPr id="22" name="(b) sheath"/>
          <p:cNvSpPr/>
          <p:nvPr/>
        </p:nvSpPr>
        <p:spPr>
          <a:xfrm>
            <a:off x="4343400" y="685800"/>
            <a:ext cx="804672" cy="2880360"/>
          </a:xfrm>
          <a:prstGeom prst="rect">
            <a:avLst/>
          </a:prstGeom>
          <a:solidFill>
            <a:srgbClr val="E2EBF6"/>
          </a:solidFill>
          <a:ln/>
        </p:spPr>
      </p:sp>
      <p:sp>
        <p:nvSpPr>
          <p:cNvPr id="23" name="(b) non-equilibrium layer"/>
          <p:cNvSpPr/>
          <p:nvPr/>
        </p:nvSpPr>
        <p:spPr>
          <a:xfrm>
            <a:off x="5148072" y="685800"/>
            <a:ext cx="3584448" cy="2880360"/>
          </a:xfrm>
          <a:prstGeom prst="rect">
            <a:avLst/>
          </a:prstGeom>
          <a:solidFill>
            <a:srgbClr val="FEF0DE"/>
          </a:solidFill>
          <a:ln/>
        </p:spPr>
      </p:sp>
      <p:sp>
        <p:nvSpPr>
          <p:cNvPr id="24" name="(b) near-LTE plasma"/>
          <p:cNvSpPr/>
          <p:nvPr/>
        </p:nvSpPr>
        <p:spPr>
          <a:xfrm>
            <a:off x="8732520" y="685800"/>
            <a:ext cx="2926080" cy="2880360"/>
          </a:xfrm>
          <a:prstGeom prst="rect">
            <a:avLst/>
          </a:prstGeom>
          <a:solidFill>
            <a:srgbClr val="FBDAB0"/>
          </a:solidFill>
          <a:ln/>
        </p:spPr>
      </p:sp>
      <p:sp>
        <p:nvSpPr>
          <p:cNvPr id="25" name="(b) sheath edge"/>
          <p:cNvSpPr/>
          <p:nvPr/>
        </p:nvSpPr>
        <p:spPr>
          <a:xfrm>
            <a:off x="5148072" y="685800"/>
            <a:ext cx="914" cy="2880360"/>
          </a:xfrm>
          <a:prstGeom prst="line">
            <a:avLst/>
          </a:prstGeom>
          <a:noFill/>
          <a:ln w="9525">
            <a:solidFill>
              <a:srgbClr val="2B2B2B"/>
            </a:solidFill>
            <a:prstDash val="sysDot"/>
          </a:ln>
        </p:spPr>
      </p:sp>
      <p:sp>
        <p:nvSpPr>
          <p:cNvPr id="26" name="(b) layer edge"/>
          <p:cNvSpPr/>
          <p:nvPr/>
        </p:nvSpPr>
        <p:spPr>
          <a:xfrm>
            <a:off x="8732520" y="685800"/>
            <a:ext cx="914" cy="2880360"/>
          </a:xfrm>
          <a:prstGeom prst="line">
            <a:avLst/>
          </a:prstGeom>
          <a:noFill/>
          <a:ln w="9525">
            <a:solidFill>
              <a:srgbClr val="2B2B2B"/>
            </a:solidFill>
            <a:prstDash val="sysDot"/>
          </a:ln>
        </p:spPr>
      </p:sp>
      <p:sp>
        <p:nvSpPr>
          <p:cNvPr id="27" name="(b) x = L boundary"/>
          <p:cNvSpPr/>
          <p:nvPr/>
        </p:nvSpPr>
        <p:spPr>
          <a:xfrm>
            <a:off x="11658600" y="640080"/>
            <a:ext cx="914" cy="2971800"/>
          </a:xfrm>
          <a:prstGeom prst="line">
            <a:avLst/>
          </a:prstGeom>
          <a:noFill/>
          <a:ln w="19050">
            <a:solidFill>
              <a:srgbClr val="2B2B2B"/>
            </a:solidFill>
            <a:prstDash val="dash"/>
          </a:ln>
        </p:spPr>
      </p:sp>
      <p:sp>
        <p:nvSpPr>
          <p:cNvPr id="28" name="(b) cathode"/>
          <p:cNvSpPr/>
          <p:nvPr/>
        </p:nvSpPr>
        <p:spPr>
          <a:xfrm>
            <a:off x="4050792" y="630936"/>
            <a:ext cx="292608" cy="2990088"/>
          </a:xfrm>
          <a:prstGeom prst="rect">
            <a:avLst/>
          </a:prstGeom>
          <a:solidFill>
            <a:srgbClr val="8C8F94"/>
          </a:solidFill>
          <a:ln w="9525">
            <a:solidFill>
              <a:srgbClr val="2B2B2B"/>
            </a:solidFill>
            <a:prstDash val="solid"/>
          </a:ln>
        </p:spPr>
      </p:sp>
      <p:sp>
        <p:nvSpPr>
          <p:cNvPr id="29" name="(b) title"/>
          <p:cNvSpPr txBox="1"/>
          <p:nvPr/>
        </p:nvSpPr>
        <p:spPr>
          <a:xfrm>
            <a:off x="4050792" y="274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cathode region</a:t>
            </a:r>
            <a:endParaRPr lang="en-US" sz="1700" dirty="0"/>
          </a:p>
        </p:txBody>
      </p:sp>
      <p:sp>
        <p:nvSpPr>
          <p:cNvPr id="30" name="(b) sheath label"/>
          <p:cNvSpPr txBox="1"/>
          <p:nvPr/>
        </p:nvSpPr>
        <p:spPr>
          <a:xfrm>
            <a:off x="4343400" y="718718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sheath</a:t>
            </a:r>
            <a:endParaRPr lang="en-US" sz="1500" dirty="0"/>
          </a:p>
        </p:txBody>
      </p:sp>
      <p:sp>
        <p:nvSpPr>
          <p:cNvPr id="31" name="(b) sheath width"/>
          <p:cNvSpPr txBox="1"/>
          <p:nvPr/>
        </p:nvSpPr>
        <p:spPr>
          <a:xfrm>
            <a:off x="4343400" y="960120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≲ 1 μm</a:t>
            </a:r>
            <a:endParaRPr lang="en-US" sz="1300" dirty="0"/>
          </a:p>
        </p:txBody>
      </p:sp>
      <p:sp>
        <p:nvSpPr>
          <p:cNvPr id="33" name="(b) layer label"/>
          <p:cNvSpPr txBox="1"/>
          <p:nvPr/>
        </p:nvSpPr>
        <p:spPr>
          <a:xfrm>
            <a:off x="5274759" y="718718"/>
            <a:ext cx="310114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quasi-neutral cathode layer</a:t>
            </a:r>
            <a:r>
              <a:rPr lang="en-US" sz="1500" dirty="0"/>
              <a:t> </a:t>
            </a: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~10</a:t>
            </a:r>
            <a:r>
              <a:rPr lang="en-US" sz="1500" baseline="300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−4</a:t>
            </a: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</a:t>
            </a:r>
            <a:endParaRPr lang="en-US" sz="1500" dirty="0"/>
          </a:p>
        </p:txBody>
      </p:sp>
      <p:sp>
        <p:nvSpPr>
          <p:cNvPr id="34" name="(b) layer detail"/>
          <p:cNvSpPr txBox="1"/>
          <p:nvPr/>
        </p:nvSpPr>
        <p:spPr>
          <a:xfrm>
            <a:off x="4965193" y="1024128"/>
            <a:ext cx="3584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lang="en-US" sz="1300" i="1" dirty="0" err="1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n-US" sz="1300" i="1" baseline="-40000" dirty="0" err="1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&gt; </a:t>
            </a:r>
            <a:r>
              <a:rPr lang="en-US" sz="13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n-US" sz="1300" i="1" baseline="-400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 </a:t>
            </a:r>
            <a:r>
              <a:rPr lang="en-US" sz="13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r>
              <a:rPr lang="en-US" sz="1300" i="1" baseline="-400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&gt; </a:t>
            </a:r>
            <a:r>
              <a:rPr lang="en-US" sz="1300" i="1" dirty="0" err="1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r>
              <a:rPr lang="en-US" sz="1300" baseline="-40000" dirty="0" err="1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eq</a:t>
            </a: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r>
              <a:rPr lang="en-US" sz="13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n-US" sz="1300" i="1" baseline="-400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1300" dirty="0"/>
          </a:p>
        </p:txBody>
      </p:sp>
      <p:sp>
        <p:nvSpPr>
          <p:cNvPr id="35" name="(b) LTE label"/>
          <p:cNvSpPr txBox="1"/>
          <p:nvPr/>
        </p:nvSpPr>
        <p:spPr>
          <a:xfrm>
            <a:off x="8732520" y="718718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near-LTE plasma</a:t>
            </a:r>
            <a:endParaRPr lang="en-US" sz="1500" dirty="0"/>
          </a:p>
        </p:txBody>
      </p:sp>
      <p:sp>
        <p:nvSpPr>
          <p:cNvPr id="36" name="(b) LTE detail"/>
          <p:cNvSpPr txBox="1"/>
          <p:nvPr/>
        </p:nvSpPr>
        <p:spPr>
          <a:xfrm>
            <a:off x="8732520" y="960120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n-US" sz="1300" i="1" baseline="-400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≈ </a:t>
            </a:r>
            <a:r>
              <a:rPr lang="en-US" sz="13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n-US" sz="1300" i="1" baseline="-400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 </a:t>
            </a:r>
            <a:r>
              <a:rPr lang="en-US" sz="13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r>
              <a:rPr lang="en-US" sz="1300" i="1" baseline="-400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≈ </a:t>
            </a:r>
            <a:r>
              <a:rPr lang="en-US" sz="13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r>
              <a:rPr lang="en-US" sz="1300" baseline="-400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eq</a:t>
            </a:r>
            <a:endParaRPr lang="en-US" sz="1300" dirty="0"/>
          </a:p>
        </p:txBody>
      </p:sp>
      <p:sp>
        <p:nvSpPr>
          <p:cNvPr id="37" name="(b) T_e curve"/>
          <p:cNvSpPr/>
          <p:nvPr/>
        </p:nvSpPr>
        <p:spPr>
          <a:xfrm>
            <a:off x="4343400" y="1498118"/>
            <a:ext cx="7315200" cy="67618"/>
          </a:xfrm>
          <a:custGeom>
            <a:avLst/>
            <a:gdLst/>
            <a:ahLst/>
            <a:cxnLst/>
            <a:rect l="l" t="t" r="r" b="b"/>
            <a:pathLst>
              <a:path w="7315200" h="67618">
                <a:moveTo>
                  <a:pt x="0" y="49020"/>
                </a:moveTo>
                <a:lnTo>
                  <a:pt x="46008" y="49018"/>
                </a:lnTo>
                <a:lnTo>
                  <a:pt x="92015" y="49015"/>
                </a:lnTo>
                <a:lnTo>
                  <a:pt x="138023" y="49013"/>
                </a:lnTo>
                <a:lnTo>
                  <a:pt x="184030" y="49010"/>
                </a:lnTo>
                <a:lnTo>
                  <a:pt x="230038" y="49007"/>
                </a:lnTo>
                <a:lnTo>
                  <a:pt x="276045" y="49003"/>
                </a:lnTo>
                <a:lnTo>
                  <a:pt x="322053" y="49000"/>
                </a:lnTo>
                <a:lnTo>
                  <a:pt x="368060" y="48996"/>
                </a:lnTo>
                <a:lnTo>
                  <a:pt x="414068" y="48992"/>
                </a:lnTo>
                <a:lnTo>
                  <a:pt x="460075" y="48987"/>
                </a:lnTo>
                <a:lnTo>
                  <a:pt x="506083" y="48982"/>
                </a:lnTo>
                <a:lnTo>
                  <a:pt x="552091" y="48977"/>
                </a:lnTo>
                <a:lnTo>
                  <a:pt x="598098" y="48971"/>
                </a:lnTo>
                <a:lnTo>
                  <a:pt x="644106" y="48965"/>
                </a:lnTo>
                <a:lnTo>
                  <a:pt x="690113" y="48959"/>
                </a:lnTo>
                <a:lnTo>
                  <a:pt x="736121" y="48952"/>
                </a:lnTo>
                <a:lnTo>
                  <a:pt x="782128" y="48944"/>
                </a:lnTo>
                <a:lnTo>
                  <a:pt x="828136" y="48936"/>
                </a:lnTo>
                <a:lnTo>
                  <a:pt x="874143" y="48928"/>
                </a:lnTo>
                <a:lnTo>
                  <a:pt x="920151" y="48920"/>
                </a:lnTo>
                <a:lnTo>
                  <a:pt x="966158" y="48913"/>
                </a:lnTo>
                <a:lnTo>
                  <a:pt x="1012166" y="48908"/>
                </a:lnTo>
                <a:lnTo>
                  <a:pt x="1058174" y="48905"/>
                </a:lnTo>
                <a:lnTo>
                  <a:pt x="1104181" y="48909"/>
                </a:lnTo>
                <a:lnTo>
                  <a:pt x="1150189" y="48922"/>
                </a:lnTo>
                <a:lnTo>
                  <a:pt x="1196196" y="48949"/>
                </a:lnTo>
                <a:lnTo>
                  <a:pt x="1242204" y="48998"/>
                </a:lnTo>
                <a:lnTo>
                  <a:pt x="1288211" y="49079"/>
                </a:lnTo>
                <a:lnTo>
                  <a:pt x="1334219" y="49205"/>
                </a:lnTo>
                <a:lnTo>
                  <a:pt x="1380226" y="49392"/>
                </a:lnTo>
                <a:lnTo>
                  <a:pt x="1426234" y="49659"/>
                </a:lnTo>
                <a:lnTo>
                  <a:pt x="1472242" y="50028"/>
                </a:lnTo>
                <a:lnTo>
                  <a:pt x="1518249" y="50523"/>
                </a:lnTo>
                <a:lnTo>
                  <a:pt x="1564257" y="51166"/>
                </a:lnTo>
                <a:lnTo>
                  <a:pt x="1610264" y="51980"/>
                </a:lnTo>
                <a:lnTo>
                  <a:pt x="1656272" y="52978"/>
                </a:lnTo>
                <a:lnTo>
                  <a:pt x="1702279" y="54165"/>
                </a:lnTo>
                <a:lnTo>
                  <a:pt x="1748287" y="55536"/>
                </a:lnTo>
                <a:lnTo>
                  <a:pt x="1794294" y="57066"/>
                </a:lnTo>
                <a:lnTo>
                  <a:pt x="1840302" y="58717"/>
                </a:lnTo>
                <a:lnTo>
                  <a:pt x="1886309" y="60432"/>
                </a:lnTo>
                <a:lnTo>
                  <a:pt x="1932317" y="62138"/>
                </a:lnTo>
                <a:lnTo>
                  <a:pt x="1978325" y="63752"/>
                </a:lnTo>
                <a:lnTo>
                  <a:pt x="2024332" y="65187"/>
                </a:lnTo>
                <a:lnTo>
                  <a:pt x="2070340" y="66356"/>
                </a:lnTo>
                <a:lnTo>
                  <a:pt x="2116347" y="67185"/>
                </a:lnTo>
                <a:lnTo>
                  <a:pt x="2162355" y="67617"/>
                </a:lnTo>
                <a:lnTo>
                  <a:pt x="2208362" y="67618"/>
                </a:lnTo>
                <a:lnTo>
                  <a:pt x="2254370" y="67181"/>
                </a:lnTo>
                <a:lnTo>
                  <a:pt x="2300377" y="66330"/>
                </a:lnTo>
                <a:lnTo>
                  <a:pt x="2346385" y="65110"/>
                </a:lnTo>
                <a:lnTo>
                  <a:pt x="2392392" y="63591"/>
                </a:lnTo>
                <a:lnTo>
                  <a:pt x="2438400" y="61852"/>
                </a:lnTo>
                <a:lnTo>
                  <a:pt x="2484408" y="59982"/>
                </a:lnTo>
                <a:lnTo>
                  <a:pt x="2530415" y="58066"/>
                </a:lnTo>
                <a:lnTo>
                  <a:pt x="2576423" y="56179"/>
                </a:lnTo>
                <a:lnTo>
                  <a:pt x="2622430" y="54383"/>
                </a:lnTo>
                <a:lnTo>
                  <a:pt x="2668438" y="52725"/>
                </a:lnTo>
                <a:lnTo>
                  <a:pt x="2714445" y="51233"/>
                </a:lnTo>
                <a:lnTo>
                  <a:pt x="2760453" y="49918"/>
                </a:lnTo>
                <a:lnTo>
                  <a:pt x="2806460" y="48779"/>
                </a:lnTo>
                <a:lnTo>
                  <a:pt x="2852468" y="47803"/>
                </a:lnTo>
                <a:lnTo>
                  <a:pt x="2898475" y="46970"/>
                </a:lnTo>
                <a:lnTo>
                  <a:pt x="2944483" y="46257"/>
                </a:lnTo>
                <a:lnTo>
                  <a:pt x="2990491" y="45639"/>
                </a:lnTo>
                <a:lnTo>
                  <a:pt x="3036498" y="45092"/>
                </a:lnTo>
                <a:lnTo>
                  <a:pt x="3082506" y="44595"/>
                </a:lnTo>
                <a:lnTo>
                  <a:pt x="3128513" y="44128"/>
                </a:lnTo>
                <a:lnTo>
                  <a:pt x="3174521" y="43676"/>
                </a:lnTo>
                <a:lnTo>
                  <a:pt x="3220528" y="43229"/>
                </a:lnTo>
                <a:lnTo>
                  <a:pt x="3266536" y="42775"/>
                </a:lnTo>
                <a:lnTo>
                  <a:pt x="3312543" y="42308"/>
                </a:lnTo>
                <a:lnTo>
                  <a:pt x="3358551" y="41823"/>
                </a:lnTo>
                <a:lnTo>
                  <a:pt x="3404558" y="41316"/>
                </a:lnTo>
                <a:lnTo>
                  <a:pt x="3450566" y="40784"/>
                </a:lnTo>
                <a:lnTo>
                  <a:pt x="3496574" y="40226"/>
                </a:lnTo>
                <a:lnTo>
                  <a:pt x="3542581" y="39641"/>
                </a:lnTo>
                <a:lnTo>
                  <a:pt x="3588589" y="39026"/>
                </a:lnTo>
                <a:lnTo>
                  <a:pt x="3634596" y="38383"/>
                </a:lnTo>
                <a:lnTo>
                  <a:pt x="3680604" y="37711"/>
                </a:lnTo>
                <a:lnTo>
                  <a:pt x="3726611" y="37010"/>
                </a:lnTo>
                <a:lnTo>
                  <a:pt x="3772619" y="36280"/>
                </a:lnTo>
                <a:lnTo>
                  <a:pt x="3818626" y="35522"/>
                </a:lnTo>
                <a:lnTo>
                  <a:pt x="3864634" y="34736"/>
                </a:lnTo>
                <a:lnTo>
                  <a:pt x="3910642" y="33924"/>
                </a:lnTo>
                <a:lnTo>
                  <a:pt x="3956649" y="33087"/>
                </a:lnTo>
                <a:lnTo>
                  <a:pt x="4002657" y="32226"/>
                </a:lnTo>
                <a:lnTo>
                  <a:pt x="4048664" y="31344"/>
                </a:lnTo>
                <a:lnTo>
                  <a:pt x="4094672" y="30442"/>
                </a:lnTo>
                <a:lnTo>
                  <a:pt x="4140679" y="29522"/>
                </a:lnTo>
                <a:lnTo>
                  <a:pt x="4186687" y="28586"/>
                </a:lnTo>
                <a:lnTo>
                  <a:pt x="4232694" y="27638"/>
                </a:lnTo>
                <a:lnTo>
                  <a:pt x="4278702" y="26681"/>
                </a:lnTo>
                <a:lnTo>
                  <a:pt x="4324709" y="25716"/>
                </a:lnTo>
                <a:lnTo>
                  <a:pt x="4370717" y="24746"/>
                </a:lnTo>
                <a:lnTo>
                  <a:pt x="4416725" y="23776"/>
                </a:lnTo>
                <a:lnTo>
                  <a:pt x="4462732" y="22808"/>
                </a:lnTo>
                <a:lnTo>
                  <a:pt x="4508740" y="21844"/>
                </a:lnTo>
                <a:lnTo>
                  <a:pt x="4554747" y="20888"/>
                </a:lnTo>
                <a:lnTo>
                  <a:pt x="4600755" y="19942"/>
                </a:lnTo>
                <a:lnTo>
                  <a:pt x="4646762" y="19010"/>
                </a:lnTo>
                <a:lnTo>
                  <a:pt x="4692770" y="18093"/>
                </a:lnTo>
                <a:lnTo>
                  <a:pt x="4738777" y="17195"/>
                </a:lnTo>
                <a:lnTo>
                  <a:pt x="4784785" y="16316"/>
                </a:lnTo>
                <a:lnTo>
                  <a:pt x="4830792" y="15460"/>
                </a:lnTo>
                <a:lnTo>
                  <a:pt x="4876800" y="14628"/>
                </a:lnTo>
                <a:lnTo>
                  <a:pt x="4922808" y="13821"/>
                </a:lnTo>
                <a:lnTo>
                  <a:pt x="4968815" y="13041"/>
                </a:lnTo>
                <a:lnTo>
                  <a:pt x="5014823" y="12288"/>
                </a:lnTo>
                <a:lnTo>
                  <a:pt x="5060830" y="11564"/>
                </a:lnTo>
                <a:lnTo>
                  <a:pt x="5106838" y="10869"/>
                </a:lnTo>
                <a:lnTo>
                  <a:pt x="5152845" y="10203"/>
                </a:lnTo>
                <a:lnTo>
                  <a:pt x="5198853" y="9566"/>
                </a:lnTo>
                <a:lnTo>
                  <a:pt x="5244860" y="8959"/>
                </a:lnTo>
                <a:lnTo>
                  <a:pt x="5290868" y="8380"/>
                </a:lnTo>
                <a:lnTo>
                  <a:pt x="5336875" y="7830"/>
                </a:lnTo>
                <a:lnTo>
                  <a:pt x="5382883" y="7309"/>
                </a:lnTo>
                <a:lnTo>
                  <a:pt x="5428891" y="6815"/>
                </a:lnTo>
                <a:lnTo>
                  <a:pt x="5474898" y="6348"/>
                </a:lnTo>
                <a:lnTo>
                  <a:pt x="5520906" y="5907"/>
                </a:lnTo>
                <a:lnTo>
                  <a:pt x="5566913" y="5491"/>
                </a:lnTo>
                <a:lnTo>
                  <a:pt x="5612921" y="5099"/>
                </a:lnTo>
                <a:lnTo>
                  <a:pt x="5658928" y="4730"/>
                </a:lnTo>
                <a:lnTo>
                  <a:pt x="5704936" y="4384"/>
                </a:lnTo>
                <a:lnTo>
                  <a:pt x="5750943" y="4060"/>
                </a:lnTo>
                <a:lnTo>
                  <a:pt x="5796951" y="3755"/>
                </a:lnTo>
                <a:lnTo>
                  <a:pt x="5842958" y="3470"/>
                </a:lnTo>
                <a:lnTo>
                  <a:pt x="5888966" y="3203"/>
                </a:lnTo>
                <a:lnTo>
                  <a:pt x="5934974" y="2954"/>
                </a:lnTo>
                <a:lnTo>
                  <a:pt x="5980981" y="2721"/>
                </a:lnTo>
                <a:lnTo>
                  <a:pt x="6026989" y="2503"/>
                </a:lnTo>
                <a:lnTo>
                  <a:pt x="6072996" y="2301"/>
                </a:lnTo>
                <a:lnTo>
                  <a:pt x="6119004" y="2111"/>
                </a:lnTo>
                <a:lnTo>
                  <a:pt x="6165011" y="1935"/>
                </a:lnTo>
                <a:lnTo>
                  <a:pt x="6211019" y="1771"/>
                </a:lnTo>
                <a:lnTo>
                  <a:pt x="6257026" y="1619"/>
                </a:lnTo>
                <a:lnTo>
                  <a:pt x="6303034" y="1477"/>
                </a:lnTo>
                <a:lnTo>
                  <a:pt x="6349042" y="1345"/>
                </a:lnTo>
                <a:lnTo>
                  <a:pt x="6395049" y="1222"/>
                </a:lnTo>
                <a:lnTo>
                  <a:pt x="6441057" y="1108"/>
                </a:lnTo>
                <a:lnTo>
                  <a:pt x="6487064" y="1002"/>
                </a:lnTo>
                <a:lnTo>
                  <a:pt x="6533072" y="904"/>
                </a:lnTo>
                <a:lnTo>
                  <a:pt x="6579079" y="813"/>
                </a:lnTo>
                <a:lnTo>
                  <a:pt x="6625087" y="728"/>
                </a:lnTo>
                <a:lnTo>
                  <a:pt x="6671094" y="650"/>
                </a:lnTo>
                <a:lnTo>
                  <a:pt x="6717102" y="577"/>
                </a:lnTo>
                <a:lnTo>
                  <a:pt x="6763109" y="510"/>
                </a:lnTo>
                <a:lnTo>
                  <a:pt x="6809117" y="447"/>
                </a:lnTo>
                <a:lnTo>
                  <a:pt x="6855125" y="389"/>
                </a:lnTo>
                <a:lnTo>
                  <a:pt x="6901132" y="335"/>
                </a:lnTo>
                <a:lnTo>
                  <a:pt x="6947140" y="286"/>
                </a:lnTo>
                <a:lnTo>
                  <a:pt x="6993147" y="240"/>
                </a:lnTo>
                <a:lnTo>
                  <a:pt x="7039155" y="197"/>
                </a:lnTo>
                <a:lnTo>
                  <a:pt x="7085162" y="158"/>
                </a:lnTo>
                <a:lnTo>
                  <a:pt x="7131170" y="121"/>
                </a:lnTo>
                <a:lnTo>
                  <a:pt x="7177177" y="87"/>
                </a:lnTo>
                <a:lnTo>
                  <a:pt x="7223185" y="56"/>
                </a:lnTo>
                <a:lnTo>
                  <a:pt x="7269192" y="27"/>
                </a:lnTo>
                <a:lnTo>
                  <a:pt x="7315200" y="0"/>
                </a:lnTo>
              </a:path>
            </a:pathLst>
          </a:custGeom>
          <a:ln w="25400">
            <a:solidFill>
              <a:srgbClr val="2A78D6"/>
            </a:solidFill>
            <a:prstDash val="solid"/>
          </a:ln>
        </p:spPr>
      </p:sp>
      <p:sp>
        <p:nvSpPr>
          <p:cNvPr id="38" name="(b) T_h curve"/>
          <p:cNvSpPr/>
          <p:nvPr/>
        </p:nvSpPr>
        <p:spPr>
          <a:xfrm>
            <a:off x="4343400" y="1498980"/>
            <a:ext cx="7315200" cy="426746"/>
          </a:xfrm>
          <a:custGeom>
            <a:avLst/>
            <a:gdLst/>
            <a:ahLst/>
            <a:cxnLst/>
            <a:rect l="l" t="t" r="r" b="b"/>
            <a:pathLst>
              <a:path w="7315200" h="426746">
                <a:moveTo>
                  <a:pt x="0" y="426746"/>
                </a:moveTo>
                <a:lnTo>
                  <a:pt x="46008" y="411203"/>
                </a:lnTo>
                <a:lnTo>
                  <a:pt x="92015" y="396225"/>
                </a:lnTo>
                <a:lnTo>
                  <a:pt x="138023" y="381791"/>
                </a:lnTo>
                <a:lnTo>
                  <a:pt x="184030" y="367881"/>
                </a:lnTo>
                <a:lnTo>
                  <a:pt x="230038" y="354476"/>
                </a:lnTo>
                <a:lnTo>
                  <a:pt x="276045" y="341558"/>
                </a:lnTo>
                <a:lnTo>
                  <a:pt x="322053" y="329110"/>
                </a:lnTo>
                <a:lnTo>
                  <a:pt x="368060" y="317113"/>
                </a:lnTo>
                <a:lnTo>
                  <a:pt x="414068" y="305552"/>
                </a:lnTo>
                <a:lnTo>
                  <a:pt x="460075" y="294411"/>
                </a:lnTo>
                <a:lnTo>
                  <a:pt x="506083" y="283675"/>
                </a:lnTo>
                <a:lnTo>
                  <a:pt x="552091" y="273328"/>
                </a:lnTo>
                <a:lnTo>
                  <a:pt x="598098" y="263358"/>
                </a:lnTo>
                <a:lnTo>
                  <a:pt x="644106" y="253749"/>
                </a:lnTo>
                <a:lnTo>
                  <a:pt x="690113" y="244490"/>
                </a:lnTo>
                <a:lnTo>
                  <a:pt x="736121" y="235567"/>
                </a:lnTo>
                <a:lnTo>
                  <a:pt x="782128" y="226968"/>
                </a:lnTo>
                <a:lnTo>
                  <a:pt x="828136" y="218681"/>
                </a:lnTo>
                <a:lnTo>
                  <a:pt x="874143" y="210695"/>
                </a:lnTo>
                <a:lnTo>
                  <a:pt x="920151" y="202999"/>
                </a:lnTo>
                <a:lnTo>
                  <a:pt x="966158" y="195583"/>
                </a:lnTo>
                <a:lnTo>
                  <a:pt x="1012166" y="188436"/>
                </a:lnTo>
                <a:lnTo>
                  <a:pt x="1058174" y="181549"/>
                </a:lnTo>
                <a:lnTo>
                  <a:pt x="1104181" y="174912"/>
                </a:lnTo>
                <a:lnTo>
                  <a:pt x="1150189" y="168515"/>
                </a:lnTo>
                <a:lnTo>
                  <a:pt x="1196196" y="162352"/>
                </a:lnTo>
                <a:lnTo>
                  <a:pt x="1242204" y="156412"/>
                </a:lnTo>
                <a:lnTo>
                  <a:pt x="1288211" y="150687"/>
                </a:lnTo>
                <a:lnTo>
                  <a:pt x="1334219" y="145171"/>
                </a:lnTo>
                <a:lnTo>
                  <a:pt x="1380226" y="139855"/>
                </a:lnTo>
                <a:lnTo>
                  <a:pt x="1426234" y="134732"/>
                </a:lnTo>
                <a:lnTo>
                  <a:pt x="1472242" y="129796"/>
                </a:lnTo>
                <a:lnTo>
                  <a:pt x="1518249" y="125038"/>
                </a:lnTo>
                <a:lnTo>
                  <a:pt x="1564257" y="120453"/>
                </a:lnTo>
                <a:lnTo>
                  <a:pt x="1610264" y="116035"/>
                </a:lnTo>
                <a:lnTo>
                  <a:pt x="1656272" y="111777"/>
                </a:lnTo>
                <a:lnTo>
                  <a:pt x="1702279" y="107674"/>
                </a:lnTo>
                <a:lnTo>
                  <a:pt x="1748287" y="103720"/>
                </a:lnTo>
                <a:lnTo>
                  <a:pt x="1794294" y="99910"/>
                </a:lnTo>
                <a:lnTo>
                  <a:pt x="1840302" y="96238"/>
                </a:lnTo>
                <a:lnTo>
                  <a:pt x="1886309" y="92699"/>
                </a:lnTo>
                <a:lnTo>
                  <a:pt x="1932317" y="89289"/>
                </a:lnTo>
                <a:lnTo>
                  <a:pt x="1978325" y="86003"/>
                </a:lnTo>
                <a:lnTo>
                  <a:pt x="2024332" y="82836"/>
                </a:lnTo>
                <a:lnTo>
                  <a:pt x="2070340" y="79784"/>
                </a:lnTo>
                <a:lnTo>
                  <a:pt x="2116347" y="76843"/>
                </a:lnTo>
                <a:lnTo>
                  <a:pt x="2162355" y="74008"/>
                </a:lnTo>
                <a:lnTo>
                  <a:pt x="2208362" y="71277"/>
                </a:lnTo>
                <a:lnTo>
                  <a:pt x="2254370" y="68645"/>
                </a:lnTo>
                <a:lnTo>
                  <a:pt x="2300377" y="66108"/>
                </a:lnTo>
                <a:lnTo>
                  <a:pt x="2346385" y="63664"/>
                </a:lnTo>
                <a:lnTo>
                  <a:pt x="2392392" y="61308"/>
                </a:lnTo>
                <a:lnTo>
                  <a:pt x="2438400" y="59038"/>
                </a:lnTo>
                <a:lnTo>
                  <a:pt x="2484408" y="56851"/>
                </a:lnTo>
                <a:lnTo>
                  <a:pt x="2530415" y="54743"/>
                </a:lnTo>
                <a:lnTo>
                  <a:pt x="2576423" y="52711"/>
                </a:lnTo>
                <a:lnTo>
                  <a:pt x="2622430" y="50753"/>
                </a:lnTo>
                <a:lnTo>
                  <a:pt x="2668438" y="48867"/>
                </a:lnTo>
                <a:lnTo>
                  <a:pt x="2714445" y="47048"/>
                </a:lnTo>
                <a:lnTo>
                  <a:pt x="2760453" y="45296"/>
                </a:lnTo>
                <a:lnTo>
                  <a:pt x="2806460" y="43608"/>
                </a:lnTo>
                <a:lnTo>
                  <a:pt x="2852468" y="41981"/>
                </a:lnTo>
                <a:lnTo>
                  <a:pt x="2898475" y="40413"/>
                </a:lnTo>
                <a:lnTo>
                  <a:pt x="2944483" y="38901"/>
                </a:lnTo>
                <a:lnTo>
                  <a:pt x="2990491" y="37445"/>
                </a:lnTo>
                <a:lnTo>
                  <a:pt x="3036498" y="36042"/>
                </a:lnTo>
                <a:lnTo>
                  <a:pt x="3082506" y="34689"/>
                </a:lnTo>
                <a:lnTo>
                  <a:pt x="3128513" y="33386"/>
                </a:lnTo>
                <a:lnTo>
                  <a:pt x="3174521" y="32130"/>
                </a:lnTo>
                <a:lnTo>
                  <a:pt x="3220528" y="30920"/>
                </a:lnTo>
                <a:lnTo>
                  <a:pt x="3266536" y="29754"/>
                </a:lnTo>
                <a:lnTo>
                  <a:pt x="3312543" y="28630"/>
                </a:lnTo>
                <a:lnTo>
                  <a:pt x="3358551" y="27546"/>
                </a:lnTo>
                <a:lnTo>
                  <a:pt x="3404558" y="26503"/>
                </a:lnTo>
                <a:lnTo>
                  <a:pt x="3450566" y="25497"/>
                </a:lnTo>
                <a:lnTo>
                  <a:pt x="3496574" y="24527"/>
                </a:lnTo>
                <a:lnTo>
                  <a:pt x="3542581" y="23593"/>
                </a:lnTo>
                <a:lnTo>
                  <a:pt x="3588589" y="22693"/>
                </a:lnTo>
                <a:lnTo>
                  <a:pt x="3634596" y="21825"/>
                </a:lnTo>
                <a:lnTo>
                  <a:pt x="3680604" y="20989"/>
                </a:lnTo>
                <a:lnTo>
                  <a:pt x="3726611" y="20184"/>
                </a:lnTo>
                <a:lnTo>
                  <a:pt x="3772619" y="19407"/>
                </a:lnTo>
                <a:lnTo>
                  <a:pt x="3818626" y="18659"/>
                </a:lnTo>
                <a:lnTo>
                  <a:pt x="3864634" y="17938"/>
                </a:lnTo>
                <a:lnTo>
                  <a:pt x="3910642" y="17243"/>
                </a:lnTo>
                <a:lnTo>
                  <a:pt x="3956649" y="16574"/>
                </a:lnTo>
                <a:lnTo>
                  <a:pt x="4002657" y="15928"/>
                </a:lnTo>
                <a:lnTo>
                  <a:pt x="4048664" y="15306"/>
                </a:lnTo>
                <a:lnTo>
                  <a:pt x="4094672" y="14707"/>
                </a:lnTo>
                <a:lnTo>
                  <a:pt x="4140679" y="14130"/>
                </a:lnTo>
                <a:lnTo>
                  <a:pt x="4186687" y="13573"/>
                </a:lnTo>
                <a:lnTo>
                  <a:pt x="4232694" y="13037"/>
                </a:lnTo>
                <a:lnTo>
                  <a:pt x="4278702" y="12520"/>
                </a:lnTo>
                <a:lnTo>
                  <a:pt x="4324709" y="12022"/>
                </a:lnTo>
                <a:lnTo>
                  <a:pt x="4370717" y="11542"/>
                </a:lnTo>
                <a:lnTo>
                  <a:pt x="4416725" y="11079"/>
                </a:lnTo>
                <a:lnTo>
                  <a:pt x="4462732" y="10634"/>
                </a:lnTo>
                <a:lnTo>
                  <a:pt x="4508740" y="10204"/>
                </a:lnTo>
                <a:lnTo>
                  <a:pt x="4554747" y="9790"/>
                </a:lnTo>
                <a:lnTo>
                  <a:pt x="4600755" y="9391"/>
                </a:lnTo>
                <a:lnTo>
                  <a:pt x="4646762" y="9007"/>
                </a:lnTo>
                <a:lnTo>
                  <a:pt x="4692770" y="8636"/>
                </a:lnTo>
                <a:lnTo>
                  <a:pt x="4738777" y="8279"/>
                </a:lnTo>
                <a:lnTo>
                  <a:pt x="4784785" y="7935"/>
                </a:lnTo>
                <a:lnTo>
                  <a:pt x="4830792" y="7604"/>
                </a:lnTo>
                <a:lnTo>
                  <a:pt x="4876800" y="7284"/>
                </a:lnTo>
                <a:lnTo>
                  <a:pt x="4922808" y="6976"/>
                </a:lnTo>
                <a:lnTo>
                  <a:pt x="4968815" y="6680"/>
                </a:lnTo>
                <a:lnTo>
                  <a:pt x="5014823" y="6394"/>
                </a:lnTo>
                <a:lnTo>
                  <a:pt x="5060830" y="6118"/>
                </a:lnTo>
                <a:lnTo>
                  <a:pt x="5106838" y="5853"/>
                </a:lnTo>
                <a:lnTo>
                  <a:pt x="5152845" y="5597"/>
                </a:lnTo>
                <a:lnTo>
                  <a:pt x="5198853" y="5350"/>
                </a:lnTo>
                <a:lnTo>
                  <a:pt x="5244860" y="5112"/>
                </a:lnTo>
                <a:lnTo>
                  <a:pt x="5290868" y="4883"/>
                </a:lnTo>
                <a:lnTo>
                  <a:pt x="5336875" y="4663"/>
                </a:lnTo>
                <a:lnTo>
                  <a:pt x="5382883" y="4450"/>
                </a:lnTo>
                <a:lnTo>
                  <a:pt x="5428891" y="4245"/>
                </a:lnTo>
                <a:lnTo>
                  <a:pt x="5474898" y="4048"/>
                </a:lnTo>
                <a:lnTo>
                  <a:pt x="5520906" y="3857"/>
                </a:lnTo>
                <a:lnTo>
                  <a:pt x="5566913" y="3674"/>
                </a:lnTo>
                <a:lnTo>
                  <a:pt x="5612921" y="3497"/>
                </a:lnTo>
                <a:lnTo>
                  <a:pt x="5658928" y="3327"/>
                </a:lnTo>
                <a:lnTo>
                  <a:pt x="5704936" y="3163"/>
                </a:lnTo>
                <a:lnTo>
                  <a:pt x="5750943" y="3004"/>
                </a:lnTo>
                <a:lnTo>
                  <a:pt x="5796951" y="2852"/>
                </a:lnTo>
                <a:lnTo>
                  <a:pt x="5842958" y="2705"/>
                </a:lnTo>
                <a:lnTo>
                  <a:pt x="5888966" y="2563"/>
                </a:lnTo>
                <a:lnTo>
                  <a:pt x="5934974" y="2427"/>
                </a:lnTo>
                <a:lnTo>
                  <a:pt x="5980981" y="2295"/>
                </a:lnTo>
                <a:lnTo>
                  <a:pt x="6026989" y="2169"/>
                </a:lnTo>
                <a:lnTo>
                  <a:pt x="6072996" y="2047"/>
                </a:lnTo>
                <a:lnTo>
                  <a:pt x="6119004" y="1929"/>
                </a:lnTo>
                <a:lnTo>
                  <a:pt x="6165011" y="1816"/>
                </a:lnTo>
                <a:lnTo>
                  <a:pt x="6211019" y="1706"/>
                </a:lnTo>
                <a:lnTo>
                  <a:pt x="6257026" y="1601"/>
                </a:lnTo>
                <a:lnTo>
                  <a:pt x="6303034" y="1499"/>
                </a:lnTo>
                <a:lnTo>
                  <a:pt x="6349042" y="1402"/>
                </a:lnTo>
                <a:lnTo>
                  <a:pt x="6395049" y="1307"/>
                </a:lnTo>
                <a:lnTo>
                  <a:pt x="6441057" y="1217"/>
                </a:lnTo>
                <a:lnTo>
                  <a:pt x="6487064" y="1129"/>
                </a:lnTo>
                <a:lnTo>
                  <a:pt x="6533072" y="1045"/>
                </a:lnTo>
                <a:lnTo>
                  <a:pt x="6579079" y="963"/>
                </a:lnTo>
                <a:lnTo>
                  <a:pt x="6625087" y="885"/>
                </a:lnTo>
                <a:lnTo>
                  <a:pt x="6671094" y="810"/>
                </a:lnTo>
                <a:lnTo>
                  <a:pt x="6717102" y="737"/>
                </a:lnTo>
                <a:lnTo>
                  <a:pt x="6763109" y="667"/>
                </a:lnTo>
                <a:lnTo>
                  <a:pt x="6809117" y="599"/>
                </a:lnTo>
                <a:lnTo>
                  <a:pt x="6855125" y="534"/>
                </a:lnTo>
                <a:lnTo>
                  <a:pt x="6901132" y="471"/>
                </a:lnTo>
                <a:lnTo>
                  <a:pt x="6947140" y="411"/>
                </a:lnTo>
                <a:lnTo>
                  <a:pt x="6993147" y="353"/>
                </a:lnTo>
                <a:lnTo>
                  <a:pt x="7039155" y="297"/>
                </a:lnTo>
                <a:lnTo>
                  <a:pt x="7085162" y="242"/>
                </a:lnTo>
                <a:lnTo>
                  <a:pt x="7131170" y="190"/>
                </a:lnTo>
                <a:lnTo>
                  <a:pt x="7177177" y="140"/>
                </a:lnTo>
                <a:lnTo>
                  <a:pt x="7223185" y="92"/>
                </a:lnTo>
                <a:lnTo>
                  <a:pt x="7269192" y="45"/>
                </a:lnTo>
                <a:lnTo>
                  <a:pt x="7315200" y="0"/>
                </a:lnTo>
              </a:path>
            </a:pathLst>
          </a:custGeom>
          <a:ln w="25400">
            <a:solidFill>
              <a:srgbClr val="EB6834"/>
            </a:solidFill>
            <a:prstDash val="solid"/>
          </a:ln>
        </p:spPr>
      </p:sp>
      <p:sp>
        <p:nvSpPr>
          <p:cNvPr id="39" name="(b) T_e label"/>
          <p:cNvSpPr txBox="1"/>
          <p:nvPr/>
        </p:nvSpPr>
        <p:spPr>
          <a:xfrm>
            <a:off x="5264701" y="125441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i="1" dirty="0">
                <a:solidFill>
                  <a:srgbClr val="2A78D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n-US" sz="1500" i="1" baseline="-40000" dirty="0">
                <a:solidFill>
                  <a:srgbClr val="2A78D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endParaRPr lang="en-US" sz="1500" dirty="0"/>
          </a:p>
        </p:txBody>
      </p:sp>
      <p:sp>
        <p:nvSpPr>
          <p:cNvPr id="40" name="(b) T_h label"/>
          <p:cNvSpPr txBox="1"/>
          <p:nvPr/>
        </p:nvSpPr>
        <p:spPr>
          <a:xfrm>
            <a:off x="5264701" y="17196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i="1" dirty="0">
                <a:solidFill>
                  <a:srgbClr val="EB68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n-US" sz="1500" i="1" baseline="-40000" dirty="0">
                <a:solidFill>
                  <a:srgbClr val="EB68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endParaRPr lang="en-US" sz="1500" dirty="0"/>
          </a:p>
        </p:txBody>
      </p:sp>
      <p:sp>
        <p:nvSpPr>
          <p:cNvPr id="41" name="(b) flux 0"/>
          <p:cNvSpPr/>
          <p:nvPr/>
        </p:nvSpPr>
        <p:spPr>
          <a:xfrm flipH="1">
            <a:off x="4431182" y="2885846"/>
            <a:ext cx="658368" cy="0"/>
          </a:xfrm>
          <a:prstGeom prst="line">
            <a:avLst/>
          </a:prstGeom>
          <a:noFill/>
          <a:ln w="31750">
            <a:solidFill>
              <a:srgbClr val="8B1A1A"/>
            </a:solidFill>
            <a:prstDash val="solid"/>
            <a:tailEnd type="triangle"/>
          </a:ln>
        </p:spPr>
      </p:sp>
      <p:sp>
        <p:nvSpPr>
          <p:cNvPr id="42" name="(b) flux label 0"/>
          <p:cNvSpPr txBox="1"/>
          <p:nvPr/>
        </p:nvSpPr>
        <p:spPr>
          <a:xfrm>
            <a:off x="5202936" y="277611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00" dirty="0">
                <a:solidFill>
                  <a:srgbClr val="8B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heat flux </a:t>
            </a:r>
            <a:r>
              <a:rPr lang="en-US" sz="1300" i="1" dirty="0">
                <a:solidFill>
                  <a:srgbClr val="8B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r>
              <a:rPr lang="en-US" sz="1300" i="1" baseline="-40000" dirty="0">
                <a:solidFill>
                  <a:srgbClr val="8B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endParaRPr lang="en-US" sz="1300" dirty="0"/>
          </a:p>
        </p:txBody>
      </p:sp>
      <p:sp>
        <p:nvSpPr>
          <p:cNvPr id="43" name="(b) flux 1"/>
          <p:cNvSpPr/>
          <p:nvPr/>
        </p:nvSpPr>
        <p:spPr>
          <a:xfrm flipH="1">
            <a:off x="4431182" y="3061411"/>
            <a:ext cx="658368" cy="0"/>
          </a:xfrm>
          <a:prstGeom prst="line">
            <a:avLst/>
          </a:prstGeom>
          <a:noFill/>
          <a:ln w="19050">
            <a:solidFill>
              <a:srgbClr val="EB6834"/>
            </a:solidFill>
            <a:prstDash val="solid"/>
            <a:tailEnd type="triangle"/>
          </a:ln>
        </p:spPr>
      </p:sp>
      <p:sp>
        <p:nvSpPr>
          <p:cNvPr id="44" name="(b) flux label 1"/>
          <p:cNvSpPr txBox="1"/>
          <p:nvPr/>
        </p:nvSpPr>
        <p:spPr>
          <a:xfrm>
            <a:off x="5202936" y="2951683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00" dirty="0">
                <a:solidFill>
                  <a:srgbClr val="EB68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ions</a:t>
            </a:r>
            <a:endParaRPr lang="en-US" sz="1300" dirty="0"/>
          </a:p>
        </p:txBody>
      </p:sp>
      <p:sp>
        <p:nvSpPr>
          <p:cNvPr id="45" name="(b) flux 2"/>
          <p:cNvSpPr/>
          <p:nvPr/>
        </p:nvSpPr>
        <p:spPr>
          <a:xfrm flipH="1">
            <a:off x="4431182" y="3236976"/>
            <a:ext cx="658368" cy="0"/>
          </a:xfrm>
          <a:prstGeom prst="line">
            <a:avLst/>
          </a:prstGeom>
          <a:noFill/>
          <a:ln w="19050">
            <a:solidFill>
              <a:srgbClr val="2A78D6"/>
            </a:solidFill>
            <a:prstDash val="solid"/>
            <a:tailEnd type="triangle"/>
          </a:ln>
        </p:spPr>
      </p:sp>
      <p:sp>
        <p:nvSpPr>
          <p:cNvPr id="46" name="(b) flux label 2"/>
          <p:cNvSpPr txBox="1"/>
          <p:nvPr/>
        </p:nvSpPr>
        <p:spPr>
          <a:xfrm>
            <a:off x="5202936" y="31272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00" dirty="0">
                <a:solidFill>
                  <a:srgbClr val="2A78D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plasma e</a:t>
            </a:r>
            <a:r>
              <a:rPr lang="en-US" sz="1300" baseline="30000" dirty="0">
                <a:solidFill>
                  <a:srgbClr val="2A78D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</a:t>
            </a:r>
            <a:endParaRPr lang="en-US" sz="1300" dirty="0"/>
          </a:p>
        </p:txBody>
      </p:sp>
      <p:sp>
        <p:nvSpPr>
          <p:cNvPr id="47" name="(b) flux 3"/>
          <p:cNvSpPr/>
          <p:nvPr/>
        </p:nvSpPr>
        <p:spPr>
          <a:xfrm>
            <a:off x="4431182" y="3412541"/>
            <a:ext cx="658368" cy="0"/>
          </a:xfrm>
          <a:prstGeom prst="line">
            <a:avLst/>
          </a:prstGeom>
          <a:noFill/>
          <a:ln w="19050">
            <a:solidFill>
              <a:srgbClr val="2A78D6"/>
            </a:solidFill>
            <a:prstDash val="solid"/>
            <a:tailEnd type="triangle"/>
          </a:ln>
        </p:spPr>
      </p:sp>
      <p:sp>
        <p:nvSpPr>
          <p:cNvPr id="48" name="(b) flux label 3"/>
          <p:cNvSpPr txBox="1"/>
          <p:nvPr/>
        </p:nvSpPr>
        <p:spPr>
          <a:xfrm>
            <a:off x="5202936" y="3302813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00" dirty="0">
                <a:solidFill>
                  <a:srgbClr val="2A78D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emitted e</a:t>
            </a:r>
            <a:r>
              <a:rPr lang="en-US" sz="1300" baseline="30000" dirty="0">
                <a:solidFill>
                  <a:srgbClr val="2A78D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</a:t>
            </a:r>
            <a:endParaRPr lang="en-US" sz="1300" dirty="0"/>
          </a:p>
        </p:txBody>
      </p:sp>
      <p:sp>
        <p:nvSpPr>
          <p:cNvPr id="49" name="(b) radial loss 0"/>
          <p:cNvSpPr/>
          <p:nvPr/>
        </p:nvSpPr>
        <p:spPr>
          <a:xfrm>
            <a:off x="6976872" y="3017520"/>
            <a:ext cx="0" cy="438912"/>
          </a:xfrm>
          <a:prstGeom prst="line">
            <a:avLst/>
          </a:prstGeom>
          <a:noFill/>
          <a:ln w="15875">
            <a:solidFill>
              <a:srgbClr val="D13B3A"/>
            </a:solidFill>
            <a:prstDash val="solid"/>
            <a:tailEnd type="triangle"/>
          </a:ln>
        </p:spPr>
      </p:sp>
      <p:sp>
        <p:nvSpPr>
          <p:cNvPr id="50" name="(b) radial loss 1"/>
          <p:cNvSpPr/>
          <p:nvPr/>
        </p:nvSpPr>
        <p:spPr>
          <a:xfrm>
            <a:off x="8001000" y="3017520"/>
            <a:ext cx="0" cy="438912"/>
          </a:xfrm>
          <a:prstGeom prst="line">
            <a:avLst/>
          </a:prstGeom>
          <a:noFill/>
          <a:ln w="15875">
            <a:solidFill>
              <a:srgbClr val="D13B3A"/>
            </a:solidFill>
            <a:prstDash val="solid"/>
            <a:tailEnd type="triangle"/>
          </a:ln>
        </p:spPr>
      </p:sp>
      <p:sp>
        <p:nvSpPr>
          <p:cNvPr id="51" name="(b) radial loss 2"/>
          <p:cNvSpPr/>
          <p:nvPr/>
        </p:nvSpPr>
        <p:spPr>
          <a:xfrm>
            <a:off x="9025128" y="3017520"/>
            <a:ext cx="0" cy="438912"/>
          </a:xfrm>
          <a:prstGeom prst="line">
            <a:avLst/>
          </a:prstGeom>
          <a:noFill/>
          <a:ln w="15875">
            <a:solidFill>
              <a:srgbClr val="D13B3A"/>
            </a:solidFill>
            <a:prstDash val="solid"/>
            <a:tailEnd type="triangle"/>
          </a:ln>
        </p:spPr>
      </p:sp>
      <p:sp>
        <p:nvSpPr>
          <p:cNvPr id="52" name="(b) radial loss 3"/>
          <p:cNvSpPr/>
          <p:nvPr/>
        </p:nvSpPr>
        <p:spPr>
          <a:xfrm>
            <a:off x="10049256" y="3017520"/>
            <a:ext cx="0" cy="438912"/>
          </a:xfrm>
          <a:prstGeom prst="line">
            <a:avLst/>
          </a:prstGeom>
          <a:noFill/>
          <a:ln w="15875">
            <a:solidFill>
              <a:srgbClr val="D13B3A"/>
            </a:solidFill>
            <a:prstDash val="solid"/>
            <a:tailEnd type="triangle"/>
          </a:ln>
        </p:spPr>
      </p:sp>
      <p:sp>
        <p:nvSpPr>
          <p:cNvPr id="53" name="(b) radial loss 4"/>
          <p:cNvSpPr/>
          <p:nvPr/>
        </p:nvSpPr>
        <p:spPr>
          <a:xfrm>
            <a:off x="11073384" y="3017520"/>
            <a:ext cx="0" cy="438912"/>
          </a:xfrm>
          <a:prstGeom prst="line">
            <a:avLst/>
          </a:prstGeom>
          <a:noFill/>
          <a:ln w="15875">
            <a:solidFill>
              <a:srgbClr val="D13B3A"/>
            </a:solidFill>
            <a:prstDash val="solid"/>
            <a:tailEnd type="triangle"/>
          </a:ln>
        </p:spPr>
      </p:sp>
      <p:sp>
        <p:nvSpPr>
          <p:cNvPr id="54" name="(b) radial loss label"/>
          <p:cNvSpPr txBox="1"/>
          <p:nvPr/>
        </p:nvSpPr>
        <p:spPr>
          <a:xfrm>
            <a:off x="8814816" y="277611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dirty="0">
                <a:solidFill>
                  <a:srgbClr val="D13B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radial loss </a:t>
            </a:r>
            <a:r>
              <a:rPr lang="en-US" sz="1300" i="1" dirty="0">
                <a:solidFill>
                  <a:srgbClr val="D13B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r>
              <a:rPr lang="en-US" sz="1300" i="1" baseline="-40000" dirty="0">
                <a:solidFill>
                  <a:srgbClr val="D13B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r>
              <a:rPr lang="en-US" sz="1300" dirty="0">
                <a:solidFill>
                  <a:srgbClr val="D13B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sz="1300" i="1" dirty="0">
                <a:solidFill>
                  <a:srgbClr val="D13B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r>
              <a:rPr lang="en-US" sz="1300" i="1" baseline="-40000" dirty="0">
                <a:solidFill>
                  <a:srgbClr val="D13B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endParaRPr lang="en-US" sz="1300" dirty="0"/>
          </a:p>
        </p:txBody>
      </p:sp>
      <p:sp>
        <p:nvSpPr>
          <p:cNvPr id="55" name="(b) surface data"/>
          <p:cNvSpPr txBox="1"/>
          <p:nvPr/>
        </p:nvSpPr>
        <p:spPr>
          <a:xfrm>
            <a:off x="4343400" y="3657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0</a:t>
            </a:r>
            <a:endParaRPr lang="en-US" sz="1300" dirty="0"/>
          </a:p>
        </p:txBody>
      </p:sp>
      <p:sp>
        <p:nvSpPr>
          <p:cNvPr id="56" name="(b) bulk data"/>
          <p:cNvSpPr txBox="1"/>
          <p:nvPr/>
        </p:nvSpPr>
        <p:spPr>
          <a:xfrm>
            <a:off x="7452360" y="36576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r>
              <a:rPr lang="en-US" sz="13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endParaRPr lang="en-US" sz="1300" dirty="0"/>
          </a:p>
        </p:txBody>
      </p:sp>
      <p:sp>
        <p:nvSpPr>
          <p:cNvPr id="57" name="(c) sheath"/>
          <p:cNvSpPr/>
          <p:nvPr/>
        </p:nvSpPr>
        <p:spPr>
          <a:xfrm>
            <a:off x="10853928" y="4754880"/>
            <a:ext cx="804672" cy="2880360"/>
          </a:xfrm>
          <a:prstGeom prst="rect">
            <a:avLst/>
          </a:prstGeom>
          <a:solidFill>
            <a:srgbClr val="E2EBF6"/>
          </a:solidFill>
          <a:ln/>
        </p:spPr>
      </p:sp>
      <p:sp>
        <p:nvSpPr>
          <p:cNvPr id="58" name="(c) non-equilibrium layer"/>
          <p:cNvSpPr/>
          <p:nvPr/>
        </p:nvSpPr>
        <p:spPr>
          <a:xfrm>
            <a:off x="7269480" y="4754880"/>
            <a:ext cx="3584448" cy="2880360"/>
          </a:xfrm>
          <a:prstGeom prst="rect">
            <a:avLst/>
          </a:prstGeom>
          <a:solidFill>
            <a:srgbClr val="FEF0DE"/>
          </a:solidFill>
          <a:ln/>
        </p:spPr>
      </p:sp>
      <p:sp>
        <p:nvSpPr>
          <p:cNvPr id="59" name="(c) near-LTE plasma"/>
          <p:cNvSpPr/>
          <p:nvPr/>
        </p:nvSpPr>
        <p:spPr>
          <a:xfrm>
            <a:off x="4343400" y="4754880"/>
            <a:ext cx="2926080" cy="2880360"/>
          </a:xfrm>
          <a:prstGeom prst="rect">
            <a:avLst/>
          </a:prstGeom>
          <a:solidFill>
            <a:srgbClr val="FBDAB0"/>
          </a:solidFill>
          <a:ln/>
        </p:spPr>
      </p:sp>
      <p:sp>
        <p:nvSpPr>
          <p:cNvPr id="60" name="(c) sheath edge"/>
          <p:cNvSpPr/>
          <p:nvPr/>
        </p:nvSpPr>
        <p:spPr>
          <a:xfrm>
            <a:off x="10853928" y="4754880"/>
            <a:ext cx="914" cy="2880360"/>
          </a:xfrm>
          <a:prstGeom prst="line">
            <a:avLst/>
          </a:prstGeom>
          <a:noFill/>
          <a:ln w="9525">
            <a:solidFill>
              <a:srgbClr val="2B2B2B"/>
            </a:solidFill>
            <a:prstDash val="sysDot"/>
          </a:ln>
        </p:spPr>
      </p:sp>
      <p:sp>
        <p:nvSpPr>
          <p:cNvPr id="61" name="(c) layer edge"/>
          <p:cNvSpPr/>
          <p:nvPr/>
        </p:nvSpPr>
        <p:spPr>
          <a:xfrm>
            <a:off x="7269480" y="4754880"/>
            <a:ext cx="914" cy="2880360"/>
          </a:xfrm>
          <a:prstGeom prst="line">
            <a:avLst/>
          </a:prstGeom>
          <a:noFill/>
          <a:ln w="9525">
            <a:solidFill>
              <a:srgbClr val="2B2B2B"/>
            </a:solidFill>
            <a:prstDash val="sysDot"/>
          </a:ln>
        </p:spPr>
      </p:sp>
      <p:sp>
        <p:nvSpPr>
          <p:cNvPr id="62" name="(c) x = L boundary"/>
          <p:cNvSpPr/>
          <p:nvPr/>
        </p:nvSpPr>
        <p:spPr>
          <a:xfrm>
            <a:off x="4343400" y="4709160"/>
            <a:ext cx="914" cy="2971800"/>
          </a:xfrm>
          <a:prstGeom prst="line">
            <a:avLst/>
          </a:prstGeom>
          <a:noFill/>
          <a:ln w="19050">
            <a:solidFill>
              <a:srgbClr val="2B2B2B"/>
            </a:solidFill>
            <a:prstDash val="dash"/>
          </a:ln>
        </p:spPr>
      </p:sp>
      <p:sp>
        <p:nvSpPr>
          <p:cNvPr id="63" name="(c) anode"/>
          <p:cNvSpPr/>
          <p:nvPr/>
        </p:nvSpPr>
        <p:spPr>
          <a:xfrm>
            <a:off x="11658600" y="4700016"/>
            <a:ext cx="292608" cy="2990088"/>
          </a:xfrm>
          <a:prstGeom prst="rect">
            <a:avLst/>
          </a:prstGeom>
          <a:solidFill>
            <a:srgbClr val="B87333"/>
          </a:solidFill>
          <a:ln w="9525">
            <a:solidFill>
              <a:srgbClr val="2B2B2B"/>
            </a:solidFill>
            <a:prstDash val="solid"/>
          </a:ln>
        </p:spPr>
      </p:sp>
      <p:sp>
        <p:nvSpPr>
          <p:cNvPr id="64" name="(c) title"/>
          <p:cNvSpPr txBox="1"/>
          <p:nvPr/>
        </p:nvSpPr>
        <p:spPr>
          <a:xfrm>
            <a:off x="6922008" y="433517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95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anode region</a:t>
            </a:r>
            <a:endParaRPr lang="en-US" sz="1700" dirty="0"/>
          </a:p>
        </p:txBody>
      </p:sp>
      <p:sp>
        <p:nvSpPr>
          <p:cNvPr id="65" name="(c) sheath label"/>
          <p:cNvSpPr txBox="1"/>
          <p:nvPr/>
        </p:nvSpPr>
        <p:spPr>
          <a:xfrm>
            <a:off x="10853928" y="4787798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sheath</a:t>
            </a:r>
            <a:endParaRPr lang="en-US" sz="1500" dirty="0"/>
          </a:p>
        </p:txBody>
      </p:sp>
      <p:sp>
        <p:nvSpPr>
          <p:cNvPr id="66" name="(c) sheath width"/>
          <p:cNvSpPr txBox="1"/>
          <p:nvPr/>
        </p:nvSpPr>
        <p:spPr>
          <a:xfrm>
            <a:off x="10853928" y="5029200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≲ 1 μm</a:t>
            </a:r>
            <a:endParaRPr lang="en-US" sz="1300" dirty="0"/>
          </a:p>
        </p:txBody>
      </p:sp>
      <p:sp>
        <p:nvSpPr>
          <p:cNvPr id="68" name="(c) layer label"/>
          <p:cNvSpPr txBox="1"/>
          <p:nvPr/>
        </p:nvSpPr>
        <p:spPr>
          <a:xfrm>
            <a:off x="7269480" y="4787798"/>
            <a:ext cx="3584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quasi-neutral anode layer ~10</a:t>
            </a:r>
            <a:r>
              <a:rPr lang="en-US" sz="1500" baseline="300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−4</a:t>
            </a: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</a:t>
            </a:r>
            <a:endParaRPr lang="en-US" sz="1500" dirty="0"/>
          </a:p>
        </p:txBody>
      </p:sp>
      <p:sp>
        <p:nvSpPr>
          <p:cNvPr id="69" name="(c) layer detail"/>
          <p:cNvSpPr txBox="1"/>
          <p:nvPr/>
        </p:nvSpPr>
        <p:spPr>
          <a:xfrm>
            <a:off x="7269480" y="5029200"/>
            <a:ext cx="3584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i="1" dirty="0" err="1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n-US" sz="1300" i="1" baseline="-40000" dirty="0" err="1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&gt; </a:t>
            </a:r>
            <a:r>
              <a:rPr lang="en-US" sz="13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n-US" sz="1300" i="1" baseline="-400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 </a:t>
            </a:r>
            <a:r>
              <a:rPr lang="en-US" sz="13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r>
              <a:rPr lang="en-US" sz="1300" i="1" baseline="-400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&gt; </a:t>
            </a:r>
            <a:r>
              <a:rPr lang="en-US" sz="13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r>
              <a:rPr lang="en-US" sz="1300" baseline="-400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eq</a:t>
            </a: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r>
              <a:rPr lang="en-US" sz="13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n-US" sz="1300" i="1" baseline="-400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1300" dirty="0"/>
          </a:p>
        </p:txBody>
      </p:sp>
      <p:sp>
        <p:nvSpPr>
          <p:cNvPr id="70" name="(c) LTE label"/>
          <p:cNvSpPr txBox="1"/>
          <p:nvPr/>
        </p:nvSpPr>
        <p:spPr>
          <a:xfrm>
            <a:off x="4343400" y="4787798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near-LTE plasma</a:t>
            </a:r>
            <a:endParaRPr lang="en-US" sz="1500" dirty="0"/>
          </a:p>
        </p:txBody>
      </p:sp>
      <p:sp>
        <p:nvSpPr>
          <p:cNvPr id="71" name="(c) LTE detail"/>
          <p:cNvSpPr txBox="1"/>
          <p:nvPr/>
        </p:nvSpPr>
        <p:spPr>
          <a:xfrm>
            <a:off x="4343400" y="5029200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lang="en-US" sz="13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n-US" sz="1300" i="1" baseline="-400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≈ </a:t>
            </a:r>
            <a:r>
              <a:rPr lang="en-US" sz="13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n-US" sz="1300" i="1" baseline="-400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 </a:t>
            </a:r>
            <a:r>
              <a:rPr lang="en-US" sz="13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r>
              <a:rPr lang="en-US" sz="1300" i="1" baseline="-400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≈ </a:t>
            </a:r>
            <a:r>
              <a:rPr lang="en-US" sz="1300" i="1" dirty="0" err="1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r>
              <a:rPr lang="en-US" sz="1300" baseline="-40000" dirty="0" err="1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eq</a:t>
            </a: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</a:t>
            </a:r>
            <a:r>
              <a:rPr lang="en-US" sz="13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n-US" sz="1300" i="1" baseline="-400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</a:t>
            </a:r>
            <a:endParaRPr lang="en-US" sz="1300" dirty="0"/>
          </a:p>
        </p:txBody>
      </p:sp>
      <p:sp>
        <p:nvSpPr>
          <p:cNvPr id="72" name="(c) T_e curve"/>
          <p:cNvSpPr/>
          <p:nvPr/>
        </p:nvSpPr>
        <p:spPr>
          <a:xfrm>
            <a:off x="4343400" y="5566867"/>
            <a:ext cx="7315200" cy="249416"/>
          </a:xfrm>
          <a:custGeom>
            <a:avLst/>
            <a:gdLst/>
            <a:ahLst/>
            <a:cxnLst/>
            <a:rect l="l" t="t" r="r" b="b"/>
            <a:pathLst>
              <a:path w="7315200" h="249416">
                <a:moveTo>
                  <a:pt x="7315200" y="249416"/>
                </a:moveTo>
                <a:lnTo>
                  <a:pt x="7269192" y="245177"/>
                </a:lnTo>
                <a:lnTo>
                  <a:pt x="7223185" y="241004"/>
                </a:lnTo>
                <a:lnTo>
                  <a:pt x="7177177" y="236896"/>
                </a:lnTo>
                <a:lnTo>
                  <a:pt x="7131170" y="232853"/>
                </a:lnTo>
                <a:lnTo>
                  <a:pt x="7085162" y="228872"/>
                </a:lnTo>
                <a:lnTo>
                  <a:pt x="7039155" y="224954"/>
                </a:lnTo>
                <a:lnTo>
                  <a:pt x="6993147" y="221097"/>
                </a:lnTo>
                <a:lnTo>
                  <a:pt x="6947140" y="217299"/>
                </a:lnTo>
                <a:lnTo>
                  <a:pt x="6901132" y="213562"/>
                </a:lnTo>
                <a:lnTo>
                  <a:pt x="6855125" y="209882"/>
                </a:lnTo>
                <a:lnTo>
                  <a:pt x="6809117" y="206260"/>
                </a:lnTo>
                <a:lnTo>
                  <a:pt x="6763109" y="202694"/>
                </a:lnTo>
                <a:lnTo>
                  <a:pt x="6717102" y="199184"/>
                </a:lnTo>
                <a:lnTo>
                  <a:pt x="6671094" y="195729"/>
                </a:lnTo>
                <a:lnTo>
                  <a:pt x="6625087" y="192327"/>
                </a:lnTo>
                <a:lnTo>
                  <a:pt x="6579079" y="188979"/>
                </a:lnTo>
                <a:lnTo>
                  <a:pt x="6533072" y="185683"/>
                </a:lnTo>
                <a:lnTo>
                  <a:pt x="6487064" y="182438"/>
                </a:lnTo>
                <a:lnTo>
                  <a:pt x="6441057" y="179244"/>
                </a:lnTo>
                <a:lnTo>
                  <a:pt x="6395049" y="176100"/>
                </a:lnTo>
                <a:lnTo>
                  <a:pt x="6349042" y="173005"/>
                </a:lnTo>
                <a:lnTo>
                  <a:pt x="6303034" y="169958"/>
                </a:lnTo>
                <a:lnTo>
                  <a:pt x="6257026" y="166959"/>
                </a:lnTo>
                <a:lnTo>
                  <a:pt x="6211019" y="164006"/>
                </a:lnTo>
                <a:lnTo>
                  <a:pt x="6165011" y="161100"/>
                </a:lnTo>
                <a:lnTo>
                  <a:pt x="6119004" y="158238"/>
                </a:lnTo>
                <a:lnTo>
                  <a:pt x="6072996" y="155422"/>
                </a:lnTo>
                <a:lnTo>
                  <a:pt x="6026989" y="152649"/>
                </a:lnTo>
                <a:lnTo>
                  <a:pt x="5980981" y="149920"/>
                </a:lnTo>
                <a:lnTo>
                  <a:pt x="5934974" y="147233"/>
                </a:lnTo>
                <a:lnTo>
                  <a:pt x="5888966" y="144588"/>
                </a:lnTo>
                <a:lnTo>
                  <a:pt x="5842958" y="141985"/>
                </a:lnTo>
                <a:lnTo>
                  <a:pt x="5796951" y="139422"/>
                </a:lnTo>
                <a:lnTo>
                  <a:pt x="5750943" y="136899"/>
                </a:lnTo>
                <a:lnTo>
                  <a:pt x="5704936" y="134415"/>
                </a:lnTo>
                <a:lnTo>
                  <a:pt x="5658928" y="131970"/>
                </a:lnTo>
                <a:lnTo>
                  <a:pt x="5612921" y="129564"/>
                </a:lnTo>
                <a:lnTo>
                  <a:pt x="5566913" y="127195"/>
                </a:lnTo>
                <a:lnTo>
                  <a:pt x="5520906" y="124862"/>
                </a:lnTo>
                <a:lnTo>
                  <a:pt x="5474898" y="122566"/>
                </a:lnTo>
                <a:lnTo>
                  <a:pt x="5428891" y="120306"/>
                </a:lnTo>
                <a:lnTo>
                  <a:pt x="5382883" y="118082"/>
                </a:lnTo>
                <a:lnTo>
                  <a:pt x="5336875" y="115892"/>
                </a:lnTo>
                <a:lnTo>
                  <a:pt x="5290868" y="113736"/>
                </a:lnTo>
                <a:lnTo>
                  <a:pt x="5244860" y="111613"/>
                </a:lnTo>
                <a:lnTo>
                  <a:pt x="5198853" y="109524"/>
                </a:lnTo>
                <a:lnTo>
                  <a:pt x="5152845" y="107468"/>
                </a:lnTo>
                <a:lnTo>
                  <a:pt x="5106838" y="105443"/>
                </a:lnTo>
                <a:lnTo>
                  <a:pt x="5060830" y="103450"/>
                </a:lnTo>
                <a:lnTo>
                  <a:pt x="5014823" y="101489"/>
                </a:lnTo>
                <a:lnTo>
                  <a:pt x="4968815" y="99557"/>
                </a:lnTo>
                <a:lnTo>
                  <a:pt x="4922808" y="97656"/>
                </a:lnTo>
                <a:lnTo>
                  <a:pt x="4876800" y="95785"/>
                </a:lnTo>
                <a:lnTo>
                  <a:pt x="4830792" y="93943"/>
                </a:lnTo>
                <a:lnTo>
                  <a:pt x="4784785" y="92129"/>
                </a:lnTo>
                <a:lnTo>
                  <a:pt x="4738777" y="90344"/>
                </a:lnTo>
                <a:lnTo>
                  <a:pt x="4692770" y="88587"/>
                </a:lnTo>
                <a:lnTo>
                  <a:pt x="4646762" y="86857"/>
                </a:lnTo>
                <a:lnTo>
                  <a:pt x="4600755" y="85154"/>
                </a:lnTo>
                <a:lnTo>
                  <a:pt x="4554747" y="83477"/>
                </a:lnTo>
                <a:lnTo>
                  <a:pt x="4508740" y="81827"/>
                </a:lnTo>
                <a:lnTo>
                  <a:pt x="4462732" y="80203"/>
                </a:lnTo>
                <a:lnTo>
                  <a:pt x="4416725" y="78604"/>
                </a:lnTo>
                <a:lnTo>
                  <a:pt x="4370717" y="77029"/>
                </a:lnTo>
                <a:lnTo>
                  <a:pt x="4324709" y="75480"/>
                </a:lnTo>
                <a:lnTo>
                  <a:pt x="4278702" y="73954"/>
                </a:lnTo>
                <a:lnTo>
                  <a:pt x="4232694" y="72453"/>
                </a:lnTo>
                <a:lnTo>
                  <a:pt x="4186687" y="70974"/>
                </a:lnTo>
                <a:lnTo>
                  <a:pt x="4140679" y="69519"/>
                </a:lnTo>
                <a:lnTo>
                  <a:pt x="4094672" y="68087"/>
                </a:lnTo>
                <a:lnTo>
                  <a:pt x="4048664" y="66677"/>
                </a:lnTo>
                <a:lnTo>
                  <a:pt x="4002657" y="65288"/>
                </a:lnTo>
                <a:lnTo>
                  <a:pt x="3956649" y="63922"/>
                </a:lnTo>
                <a:lnTo>
                  <a:pt x="3910642" y="62577"/>
                </a:lnTo>
                <a:lnTo>
                  <a:pt x="3864634" y="61253"/>
                </a:lnTo>
                <a:lnTo>
                  <a:pt x="3818626" y="59949"/>
                </a:lnTo>
                <a:lnTo>
                  <a:pt x="3772619" y="58666"/>
                </a:lnTo>
                <a:lnTo>
                  <a:pt x="3726611" y="57403"/>
                </a:lnTo>
                <a:lnTo>
                  <a:pt x="3680604" y="56159"/>
                </a:lnTo>
                <a:lnTo>
                  <a:pt x="3634596" y="54935"/>
                </a:lnTo>
                <a:lnTo>
                  <a:pt x="3588589" y="53730"/>
                </a:lnTo>
                <a:lnTo>
                  <a:pt x="3542581" y="52544"/>
                </a:lnTo>
                <a:lnTo>
                  <a:pt x="3496574" y="51377"/>
                </a:lnTo>
                <a:lnTo>
                  <a:pt x="3450566" y="50227"/>
                </a:lnTo>
                <a:lnTo>
                  <a:pt x="3404558" y="49096"/>
                </a:lnTo>
                <a:lnTo>
                  <a:pt x="3358551" y="47982"/>
                </a:lnTo>
                <a:lnTo>
                  <a:pt x="3312543" y="46885"/>
                </a:lnTo>
                <a:lnTo>
                  <a:pt x="3266536" y="45806"/>
                </a:lnTo>
                <a:lnTo>
                  <a:pt x="3220528" y="44743"/>
                </a:lnTo>
                <a:lnTo>
                  <a:pt x="3174521" y="43697"/>
                </a:lnTo>
                <a:lnTo>
                  <a:pt x="3128513" y="42668"/>
                </a:lnTo>
                <a:lnTo>
                  <a:pt x="3082506" y="41654"/>
                </a:lnTo>
                <a:lnTo>
                  <a:pt x="3036498" y="40656"/>
                </a:lnTo>
                <a:lnTo>
                  <a:pt x="2990491" y="39674"/>
                </a:lnTo>
                <a:lnTo>
                  <a:pt x="2944483" y="38707"/>
                </a:lnTo>
                <a:lnTo>
                  <a:pt x="2898475" y="37756"/>
                </a:lnTo>
                <a:lnTo>
                  <a:pt x="2852468" y="36819"/>
                </a:lnTo>
                <a:lnTo>
                  <a:pt x="2806460" y="35896"/>
                </a:lnTo>
                <a:lnTo>
                  <a:pt x="2760453" y="34988"/>
                </a:lnTo>
                <a:lnTo>
                  <a:pt x="2714445" y="34095"/>
                </a:lnTo>
                <a:lnTo>
                  <a:pt x="2668438" y="33215"/>
                </a:lnTo>
                <a:lnTo>
                  <a:pt x="2622430" y="32349"/>
                </a:lnTo>
                <a:lnTo>
                  <a:pt x="2576423" y="31496"/>
                </a:lnTo>
                <a:lnTo>
                  <a:pt x="2530415" y="30657"/>
                </a:lnTo>
                <a:lnTo>
                  <a:pt x="2484408" y="29830"/>
                </a:lnTo>
                <a:lnTo>
                  <a:pt x="2438400" y="29017"/>
                </a:lnTo>
                <a:lnTo>
                  <a:pt x="2392392" y="28217"/>
                </a:lnTo>
                <a:lnTo>
                  <a:pt x="2346385" y="27428"/>
                </a:lnTo>
                <a:lnTo>
                  <a:pt x="2300377" y="26653"/>
                </a:lnTo>
                <a:lnTo>
                  <a:pt x="2254370" y="25889"/>
                </a:lnTo>
                <a:lnTo>
                  <a:pt x="2208362" y="25137"/>
                </a:lnTo>
                <a:lnTo>
                  <a:pt x="2162355" y="24397"/>
                </a:lnTo>
                <a:lnTo>
                  <a:pt x="2116347" y="23668"/>
                </a:lnTo>
                <a:lnTo>
                  <a:pt x="2070340" y="22951"/>
                </a:lnTo>
                <a:lnTo>
                  <a:pt x="2024332" y="22245"/>
                </a:lnTo>
                <a:lnTo>
                  <a:pt x="1978325" y="21550"/>
                </a:lnTo>
                <a:lnTo>
                  <a:pt x="1932317" y="20866"/>
                </a:lnTo>
                <a:lnTo>
                  <a:pt x="1886309" y="20193"/>
                </a:lnTo>
                <a:lnTo>
                  <a:pt x="1840302" y="19530"/>
                </a:lnTo>
                <a:lnTo>
                  <a:pt x="1794294" y="18877"/>
                </a:lnTo>
                <a:lnTo>
                  <a:pt x="1748287" y="18235"/>
                </a:lnTo>
                <a:lnTo>
                  <a:pt x="1702279" y="17602"/>
                </a:lnTo>
                <a:lnTo>
                  <a:pt x="1656272" y="16980"/>
                </a:lnTo>
                <a:lnTo>
                  <a:pt x="1610264" y="16367"/>
                </a:lnTo>
                <a:lnTo>
                  <a:pt x="1564257" y="15763"/>
                </a:lnTo>
                <a:lnTo>
                  <a:pt x="1518249" y="15170"/>
                </a:lnTo>
                <a:lnTo>
                  <a:pt x="1472242" y="14585"/>
                </a:lnTo>
                <a:lnTo>
                  <a:pt x="1426234" y="14010"/>
                </a:lnTo>
                <a:lnTo>
                  <a:pt x="1380226" y="13443"/>
                </a:lnTo>
                <a:lnTo>
                  <a:pt x="1334219" y="12885"/>
                </a:lnTo>
                <a:lnTo>
                  <a:pt x="1288211" y="12336"/>
                </a:lnTo>
                <a:lnTo>
                  <a:pt x="1242204" y="11796"/>
                </a:lnTo>
                <a:lnTo>
                  <a:pt x="1196196" y="11264"/>
                </a:lnTo>
                <a:lnTo>
                  <a:pt x="1150189" y="10740"/>
                </a:lnTo>
                <a:lnTo>
                  <a:pt x="1104181" y="10225"/>
                </a:lnTo>
                <a:lnTo>
                  <a:pt x="1058174" y="9717"/>
                </a:lnTo>
                <a:lnTo>
                  <a:pt x="1012166" y="9218"/>
                </a:lnTo>
                <a:lnTo>
                  <a:pt x="966158" y="8726"/>
                </a:lnTo>
                <a:lnTo>
                  <a:pt x="920151" y="8242"/>
                </a:lnTo>
                <a:lnTo>
                  <a:pt x="874143" y="7765"/>
                </a:lnTo>
                <a:lnTo>
                  <a:pt x="828136" y="7296"/>
                </a:lnTo>
                <a:lnTo>
                  <a:pt x="782128" y="6835"/>
                </a:lnTo>
                <a:lnTo>
                  <a:pt x="736121" y="6380"/>
                </a:lnTo>
                <a:lnTo>
                  <a:pt x="690113" y="5933"/>
                </a:lnTo>
                <a:lnTo>
                  <a:pt x="644106" y="5492"/>
                </a:lnTo>
                <a:lnTo>
                  <a:pt x="598098" y="5058"/>
                </a:lnTo>
                <a:lnTo>
                  <a:pt x="552091" y="4632"/>
                </a:lnTo>
                <a:lnTo>
                  <a:pt x="506083" y="4211"/>
                </a:lnTo>
                <a:lnTo>
                  <a:pt x="460075" y="3798"/>
                </a:lnTo>
                <a:lnTo>
                  <a:pt x="414068" y="3390"/>
                </a:lnTo>
                <a:lnTo>
                  <a:pt x="368060" y="2990"/>
                </a:lnTo>
                <a:lnTo>
                  <a:pt x="322053" y="2595"/>
                </a:lnTo>
                <a:lnTo>
                  <a:pt x="276045" y="2207"/>
                </a:lnTo>
                <a:lnTo>
                  <a:pt x="230038" y="1824"/>
                </a:lnTo>
                <a:lnTo>
                  <a:pt x="184030" y="1448"/>
                </a:lnTo>
                <a:lnTo>
                  <a:pt x="138023" y="1077"/>
                </a:lnTo>
                <a:lnTo>
                  <a:pt x="92015" y="713"/>
                </a:lnTo>
                <a:lnTo>
                  <a:pt x="46008" y="353"/>
                </a:lnTo>
                <a:lnTo>
                  <a:pt x="0" y="0"/>
                </a:lnTo>
              </a:path>
            </a:pathLst>
          </a:custGeom>
          <a:ln w="25400">
            <a:solidFill>
              <a:srgbClr val="2A78D6"/>
            </a:solidFill>
            <a:prstDash val="solid"/>
          </a:ln>
        </p:spPr>
      </p:sp>
      <p:sp>
        <p:nvSpPr>
          <p:cNvPr id="73" name="(c) T_h curve"/>
          <p:cNvSpPr/>
          <p:nvPr/>
        </p:nvSpPr>
        <p:spPr>
          <a:xfrm>
            <a:off x="4343400" y="5566867"/>
            <a:ext cx="7315200" cy="526694"/>
          </a:xfrm>
          <a:custGeom>
            <a:avLst/>
            <a:gdLst/>
            <a:ahLst/>
            <a:cxnLst/>
            <a:rect l="l" t="t" r="r" b="b"/>
            <a:pathLst>
              <a:path w="7315200" h="526694">
                <a:moveTo>
                  <a:pt x="7315200" y="526694"/>
                </a:moveTo>
                <a:lnTo>
                  <a:pt x="7269192" y="514657"/>
                </a:lnTo>
                <a:lnTo>
                  <a:pt x="7223185" y="502888"/>
                </a:lnTo>
                <a:lnTo>
                  <a:pt x="7177177" y="491379"/>
                </a:lnTo>
                <a:lnTo>
                  <a:pt x="7131170" y="480127"/>
                </a:lnTo>
                <a:lnTo>
                  <a:pt x="7085162" y="469124"/>
                </a:lnTo>
                <a:lnTo>
                  <a:pt x="7039155" y="458366"/>
                </a:lnTo>
                <a:lnTo>
                  <a:pt x="6993147" y="447846"/>
                </a:lnTo>
                <a:lnTo>
                  <a:pt x="6947140" y="437560"/>
                </a:lnTo>
                <a:lnTo>
                  <a:pt x="6901132" y="427503"/>
                </a:lnTo>
                <a:lnTo>
                  <a:pt x="6855125" y="417669"/>
                </a:lnTo>
                <a:lnTo>
                  <a:pt x="6809117" y="408054"/>
                </a:lnTo>
                <a:lnTo>
                  <a:pt x="6763109" y="398652"/>
                </a:lnTo>
                <a:lnTo>
                  <a:pt x="6717102" y="389459"/>
                </a:lnTo>
                <a:lnTo>
                  <a:pt x="6671094" y="380470"/>
                </a:lnTo>
                <a:lnTo>
                  <a:pt x="6625087" y="371681"/>
                </a:lnTo>
                <a:lnTo>
                  <a:pt x="6579079" y="363087"/>
                </a:lnTo>
                <a:lnTo>
                  <a:pt x="6533072" y="354684"/>
                </a:lnTo>
                <a:lnTo>
                  <a:pt x="6487064" y="346467"/>
                </a:lnTo>
                <a:lnTo>
                  <a:pt x="6441057" y="338433"/>
                </a:lnTo>
                <a:lnTo>
                  <a:pt x="6395049" y="330578"/>
                </a:lnTo>
                <a:lnTo>
                  <a:pt x="6349042" y="322897"/>
                </a:lnTo>
                <a:lnTo>
                  <a:pt x="6303034" y="315386"/>
                </a:lnTo>
                <a:lnTo>
                  <a:pt x="6257026" y="308043"/>
                </a:lnTo>
                <a:lnTo>
                  <a:pt x="6211019" y="300862"/>
                </a:lnTo>
                <a:lnTo>
                  <a:pt x="6165011" y="293841"/>
                </a:lnTo>
                <a:lnTo>
                  <a:pt x="6119004" y="286976"/>
                </a:lnTo>
                <a:lnTo>
                  <a:pt x="6072996" y="280264"/>
                </a:lnTo>
                <a:lnTo>
                  <a:pt x="6026989" y="273700"/>
                </a:lnTo>
                <a:lnTo>
                  <a:pt x="5980981" y="267282"/>
                </a:lnTo>
                <a:lnTo>
                  <a:pt x="5934974" y="261007"/>
                </a:lnTo>
                <a:lnTo>
                  <a:pt x="5888966" y="254871"/>
                </a:lnTo>
                <a:lnTo>
                  <a:pt x="5842958" y="248872"/>
                </a:lnTo>
                <a:lnTo>
                  <a:pt x="5796951" y="243006"/>
                </a:lnTo>
                <a:lnTo>
                  <a:pt x="5750943" y="237270"/>
                </a:lnTo>
                <a:lnTo>
                  <a:pt x="5704936" y="231661"/>
                </a:lnTo>
                <a:lnTo>
                  <a:pt x="5658928" y="226177"/>
                </a:lnTo>
                <a:lnTo>
                  <a:pt x="5612921" y="220815"/>
                </a:lnTo>
                <a:lnTo>
                  <a:pt x="5566913" y="215572"/>
                </a:lnTo>
                <a:lnTo>
                  <a:pt x="5520906" y="210446"/>
                </a:lnTo>
                <a:lnTo>
                  <a:pt x="5474898" y="205433"/>
                </a:lnTo>
                <a:lnTo>
                  <a:pt x="5428891" y="200531"/>
                </a:lnTo>
                <a:lnTo>
                  <a:pt x="5382883" y="195739"/>
                </a:lnTo>
                <a:lnTo>
                  <a:pt x="5336875" y="191053"/>
                </a:lnTo>
                <a:lnTo>
                  <a:pt x="5290868" y="186471"/>
                </a:lnTo>
                <a:lnTo>
                  <a:pt x="5244860" y="181991"/>
                </a:lnTo>
                <a:lnTo>
                  <a:pt x="5198853" y="177610"/>
                </a:lnTo>
                <a:lnTo>
                  <a:pt x="5152845" y="173327"/>
                </a:lnTo>
                <a:lnTo>
                  <a:pt x="5106838" y="169138"/>
                </a:lnTo>
                <a:lnTo>
                  <a:pt x="5060830" y="165043"/>
                </a:lnTo>
                <a:lnTo>
                  <a:pt x="5014823" y="161039"/>
                </a:lnTo>
                <a:lnTo>
                  <a:pt x="4968815" y="157123"/>
                </a:lnTo>
                <a:lnTo>
                  <a:pt x="4922808" y="153295"/>
                </a:lnTo>
                <a:lnTo>
                  <a:pt x="4876800" y="149552"/>
                </a:lnTo>
                <a:lnTo>
                  <a:pt x="4830792" y="145892"/>
                </a:lnTo>
                <a:lnTo>
                  <a:pt x="4784785" y="142313"/>
                </a:lnTo>
                <a:lnTo>
                  <a:pt x="4738777" y="138813"/>
                </a:lnTo>
                <a:lnTo>
                  <a:pt x="4692770" y="135392"/>
                </a:lnTo>
                <a:lnTo>
                  <a:pt x="4646762" y="132046"/>
                </a:lnTo>
                <a:lnTo>
                  <a:pt x="4600755" y="128775"/>
                </a:lnTo>
                <a:lnTo>
                  <a:pt x="4554747" y="125576"/>
                </a:lnTo>
                <a:lnTo>
                  <a:pt x="4508740" y="122448"/>
                </a:lnTo>
                <a:lnTo>
                  <a:pt x="4462732" y="119390"/>
                </a:lnTo>
                <a:lnTo>
                  <a:pt x="4416725" y="116400"/>
                </a:lnTo>
                <a:lnTo>
                  <a:pt x="4370717" y="113476"/>
                </a:lnTo>
                <a:lnTo>
                  <a:pt x="4324709" y="110617"/>
                </a:lnTo>
                <a:lnTo>
                  <a:pt x="4278702" y="107822"/>
                </a:lnTo>
                <a:lnTo>
                  <a:pt x="4232694" y="105088"/>
                </a:lnTo>
                <a:lnTo>
                  <a:pt x="4186687" y="102416"/>
                </a:lnTo>
                <a:lnTo>
                  <a:pt x="4140679" y="99803"/>
                </a:lnTo>
                <a:lnTo>
                  <a:pt x="4094672" y="97247"/>
                </a:lnTo>
                <a:lnTo>
                  <a:pt x="4048664" y="94749"/>
                </a:lnTo>
                <a:lnTo>
                  <a:pt x="4002657" y="92306"/>
                </a:lnTo>
                <a:lnTo>
                  <a:pt x="3956649" y="89917"/>
                </a:lnTo>
                <a:lnTo>
                  <a:pt x="3910642" y="87582"/>
                </a:lnTo>
                <a:lnTo>
                  <a:pt x="3864634" y="85298"/>
                </a:lnTo>
                <a:lnTo>
                  <a:pt x="3818626" y="83065"/>
                </a:lnTo>
                <a:lnTo>
                  <a:pt x="3772619" y="80881"/>
                </a:lnTo>
                <a:lnTo>
                  <a:pt x="3726611" y="78747"/>
                </a:lnTo>
                <a:lnTo>
                  <a:pt x="3680604" y="76659"/>
                </a:lnTo>
                <a:lnTo>
                  <a:pt x="3634596" y="74618"/>
                </a:lnTo>
                <a:lnTo>
                  <a:pt x="3588589" y="72622"/>
                </a:lnTo>
                <a:lnTo>
                  <a:pt x="3542581" y="70671"/>
                </a:lnTo>
                <a:lnTo>
                  <a:pt x="3496574" y="68763"/>
                </a:lnTo>
                <a:lnTo>
                  <a:pt x="3450566" y="66897"/>
                </a:lnTo>
                <a:lnTo>
                  <a:pt x="3404558" y="65072"/>
                </a:lnTo>
                <a:lnTo>
                  <a:pt x="3358551" y="63289"/>
                </a:lnTo>
                <a:lnTo>
                  <a:pt x="3312543" y="61545"/>
                </a:lnTo>
                <a:lnTo>
                  <a:pt x="3266536" y="59839"/>
                </a:lnTo>
                <a:lnTo>
                  <a:pt x="3220528" y="58172"/>
                </a:lnTo>
                <a:lnTo>
                  <a:pt x="3174521" y="56541"/>
                </a:lnTo>
                <a:lnTo>
                  <a:pt x="3128513" y="54947"/>
                </a:lnTo>
                <a:lnTo>
                  <a:pt x="3082506" y="53388"/>
                </a:lnTo>
                <a:lnTo>
                  <a:pt x="3036498" y="51864"/>
                </a:lnTo>
                <a:lnTo>
                  <a:pt x="2990491" y="50373"/>
                </a:lnTo>
                <a:lnTo>
                  <a:pt x="2944483" y="48916"/>
                </a:lnTo>
                <a:lnTo>
                  <a:pt x="2898475" y="47491"/>
                </a:lnTo>
                <a:lnTo>
                  <a:pt x="2852468" y="46098"/>
                </a:lnTo>
                <a:lnTo>
                  <a:pt x="2806460" y="44735"/>
                </a:lnTo>
                <a:lnTo>
                  <a:pt x="2760453" y="43403"/>
                </a:lnTo>
                <a:lnTo>
                  <a:pt x="2714445" y="42101"/>
                </a:lnTo>
                <a:lnTo>
                  <a:pt x="2668438" y="40827"/>
                </a:lnTo>
                <a:lnTo>
                  <a:pt x="2622430" y="39582"/>
                </a:lnTo>
                <a:lnTo>
                  <a:pt x="2576423" y="38364"/>
                </a:lnTo>
                <a:lnTo>
                  <a:pt x="2530415" y="37174"/>
                </a:lnTo>
                <a:lnTo>
                  <a:pt x="2484408" y="36010"/>
                </a:lnTo>
                <a:lnTo>
                  <a:pt x="2438400" y="34872"/>
                </a:lnTo>
                <a:lnTo>
                  <a:pt x="2392392" y="33759"/>
                </a:lnTo>
                <a:lnTo>
                  <a:pt x="2346385" y="32670"/>
                </a:lnTo>
                <a:lnTo>
                  <a:pt x="2300377" y="31606"/>
                </a:lnTo>
                <a:lnTo>
                  <a:pt x="2254370" y="30566"/>
                </a:lnTo>
                <a:lnTo>
                  <a:pt x="2208362" y="29548"/>
                </a:lnTo>
                <a:lnTo>
                  <a:pt x="2162355" y="28554"/>
                </a:lnTo>
                <a:lnTo>
                  <a:pt x="2116347" y="27581"/>
                </a:lnTo>
                <a:lnTo>
                  <a:pt x="2070340" y="26630"/>
                </a:lnTo>
                <a:lnTo>
                  <a:pt x="2024332" y="25700"/>
                </a:lnTo>
                <a:lnTo>
                  <a:pt x="1978325" y="24791"/>
                </a:lnTo>
                <a:lnTo>
                  <a:pt x="1932317" y="23902"/>
                </a:lnTo>
                <a:lnTo>
                  <a:pt x="1886309" y="23032"/>
                </a:lnTo>
                <a:lnTo>
                  <a:pt x="1840302" y="22182"/>
                </a:lnTo>
                <a:lnTo>
                  <a:pt x="1794294" y="21351"/>
                </a:lnTo>
                <a:lnTo>
                  <a:pt x="1748287" y="20539"/>
                </a:lnTo>
                <a:lnTo>
                  <a:pt x="1702279" y="19744"/>
                </a:lnTo>
                <a:lnTo>
                  <a:pt x="1656272" y="18967"/>
                </a:lnTo>
                <a:lnTo>
                  <a:pt x="1610264" y="18207"/>
                </a:lnTo>
                <a:lnTo>
                  <a:pt x="1564257" y="17464"/>
                </a:lnTo>
                <a:lnTo>
                  <a:pt x="1518249" y="16738"/>
                </a:lnTo>
                <a:lnTo>
                  <a:pt x="1472242" y="16028"/>
                </a:lnTo>
                <a:lnTo>
                  <a:pt x="1426234" y="15333"/>
                </a:lnTo>
                <a:lnTo>
                  <a:pt x="1380226" y="14654"/>
                </a:lnTo>
                <a:lnTo>
                  <a:pt x="1334219" y="13991"/>
                </a:lnTo>
                <a:lnTo>
                  <a:pt x="1288211" y="13341"/>
                </a:lnTo>
                <a:lnTo>
                  <a:pt x="1242204" y="12707"/>
                </a:lnTo>
                <a:lnTo>
                  <a:pt x="1196196" y="12086"/>
                </a:lnTo>
                <a:lnTo>
                  <a:pt x="1150189" y="11479"/>
                </a:lnTo>
                <a:lnTo>
                  <a:pt x="1104181" y="10886"/>
                </a:lnTo>
                <a:lnTo>
                  <a:pt x="1058174" y="10305"/>
                </a:lnTo>
                <a:lnTo>
                  <a:pt x="1012166" y="9738"/>
                </a:lnTo>
                <a:lnTo>
                  <a:pt x="966158" y="9183"/>
                </a:lnTo>
                <a:lnTo>
                  <a:pt x="920151" y="8641"/>
                </a:lnTo>
                <a:lnTo>
                  <a:pt x="874143" y="8111"/>
                </a:lnTo>
                <a:lnTo>
                  <a:pt x="828136" y="7592"/>
                </a:lnTo>
                <a:lnTo>
                  <a:pt x="782128" y="7085"/>
                </a:lnTo>
                <a:lnTo>
                  <a:pt x="736121" y="6589"/>
                </a:lnTo>
                <a:lnTo>
                  <a:pt x="690113" y="6104"/>
                </a:lnTo>
                <a:lnTo>
                  <a:pt x="644106" y="5630"/>
                </a:lnTo>
                <a:lnTo>
                  <a:pt x="598098" y="5167"/>
                </a:lnTo>
                <a:lnTo>
                  <a:pt x="552091" y="4714"/>
                </a:lnTo>
                <a:lnTo>
                  <a:pt x="506083" y="4271"/>
                </a:lnTo>
                <a:lnTo>
                  <a:pt x="460075" y="3837"/>
                </a:lnTo>
                <a:lnTo>
                  <a:pt x="414068" y="3414"/>
                </a:lnTo>
                <a:lnTo>
                  <a:pt x="368060" y="2999"/>
                </a:lnTo>
                <a:lnTo>
                  <a:pt x="322053" y="2594"/>
                </a:lnTo>
                <a:lnTo>
                  <a:pt x="276045" y="2198"/>
                </a:lnTo>
                <a:lnTo>
                  <a:pt x="230038" y="1811"/>
                </a:lnTo>
                <a:lnTo>
                  <a:pt x="184030" y="1432"/>
                </a:lnTo>
                <a:lnTo>
                  <a:pt x="138023" y="1062"/>
                </a:lnTo>
                <a:lnTo>
                  <a:pt x="92015" y="700"/>
                </a:lnTo>
                <a:lnTo>
                  <a:pt x="46008" y="346"/>
                </a:lnTo>
                <a:lnTo>
                  <a:pt x="0" y="0"/>
                </a:lnTo>
              </a:path>
            </a:pathLst>
          </a:custGeom>
          <a:ln w="25400">
            <a:solidFill>
              <a:srgbClr val="EB6834"/>
            </a:solidFill>
            <a:prstDash val="solid"/>
          </a:ln>
        </p:spPr>
      </p:sp>
      <p:sp>
        <p:nvSpPr>
          <p:cNvPr id="74" name="(c) T_e label"/>
          <p:cNvSpPr txBox="1"/>
          <p:nvPr/>
        </p:nvSpPr>
        <p:spPr>
          <a:xfrm>
            <a:off x="8025154" y="5335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i="1" dirty="0">
                <a:solidFill>
                  <a:srgbClr val="2A78D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n-US" sz="1500" i="1" baseline="-40000" dirty="0">
                <a:solidFill>
                  <a:srgbClr val="2A78D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endParaRPr lang="en-US" sz="1500" dirty="0"/>
          </a:p>
        </p:txBody>
      </p:sp>
      <p:sp>
        <p:nvSpPr>
          <p:cNvPr id="75" name="(c) T_h label"/>
          <p:cNvSpPr txBox="1"/>
          <p:nvPr/>
        </p:nvSpPr>
        <p:spPr>
          <a:xfrm>
            <a:off x="8025154" y="5697885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i="1" dirty="0">
                <a:solidFill>
                  <a:srgbClr val="EB68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n-US" sz="1500" i="1" baseline="-40000" dirty="0">
                <a:solidFill>
                  <a:srgbClr val="EB68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endParaRPr lang="en-US" sz="1500" dirty="0"/>
          </a:p>
        </p:txBody>
      </p:sp>
      <p:sp>
        <p:nvSpPr>
          <p:cNvPr id="76" name="(c) flux 0"/>
          <p:cNvSpPr/>
          <p:nvPr/>
        </p:nvSpPr>
        <p:spPr>
          <a:xfrm>
            <a:off x="10912450" y="6954926"/>
            <a:ext cx="658368" cy="0"/>
          </a:xfrm>
          <a:prstGeom prst="line">
            <a:avLst/>
          </a:prstGeom>
          <a:noFill/>
          <a:ln w="31750">
            <a:solidFill>
              <a:srgbClr val="8B1A1A"/>
            </a:solidFill>
            <a:prstDash val="solid"/>
            <a:tailEnd type="triangle"/>
          </a:ln>
        </p:spPr>
      </p:sp>
      <p:sp>
        <p:nvSpPr>
          <p:cNvPr id="77" name="(c) flux label 0"/>
          <p:cNvSpPr txBox="1"/>
          <p:nvPr/>
        </p:nvSpPr>
        <p:spPr>
          <a:xfrm>
            <a:off x="9336024" y="684519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95000"/>
              </a:lnSpc>
              <a:buNone/>
            </a:pPr>
            <a:r>
              <a:rPr lang="en-US" sz="1300" dirty="0">
                <a:solidFill>
                  <a:srgbClr val="8B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heat flux </a:t>
            </a:r>
            <a:r>
              <a:rPr lang="en-US" sz="1300" i="1" dirty="0">
                <a:solidFill>
                  <a:srgbClr val="8B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r>
              <a:rPr lang="en-US" sz="1300" i="1" baseline="-40000" dirty="0">
                <a:solidFill>
                  <a:srgbClr val="8B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endParaRPr lang="en-US" sz="1300" dirty="0"/>
          </a:p>
        </p:txBody>
      </p:sp>
      <p:sp>
        <p:nvSpPr>
          <p:cNvPr id="78" name="(c) flux 1"/>
          <p:cNvSpPr/>
          <p:nvPr/>
        </p:nvSpPr>
        <p:spPr>
          <a:xfrm>
            <a:off x="10912450" y="7130491"/>
            <a:ext cx="658368" cy="0"/>
          </a:xfrm>
          <a:prstGeom prst="line">
            <a:avLst/>
          </a:prstGeom>
          <a:noFill/>
          <a:ln w="19050">
            <a:solidFill>
              <a:srgbClr val="2A78D6"/>
            </a:solidFill>
            <a:prstDash val="solid"/>
            <a:tailEnd type="triangle"/>
          </a:ln>
        </p:spPr>
      </p:sp>
      <p:sp>
        <p:nvSpPr>
          <p:cNvPr id="79" name="(c) flux label 1"/>
          <p:cNvSpPr txBox="1"/>
          <p:nvPr/>
        </p:nvSpPr>
        <p:spPr>
          <a:xfrm>
            <a:off x="9336024" y="7020763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95000"/>
              </a:lnSpc>
              <a:buNone/>
            </a:pPr>
            <a:r>
              <a:rPr lang="en-US" sz="1300" dirty="0">
                <a:solidFill>
                  <a:srgbClr val="2A78D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r>
              <a:rPr lang="en-US" sz="1300" baseline="30000" dirty="0">
                <a:solidFill>
                  <a:srgbClr val="2A78D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</a:t>
            </a:r>
            <a:endParaRPr lang="en-US" sz="1300" dirty="0"/>
          </a:p>
        </p:txBody>
      </p:sp>
      <p:sp>
        <p:nvSpPr>
          <p:cNvPr id="80" name="(c) flux 2"/>
          <p:cNvSpPr/>
          <p:nvPr/>
        </p:nvSpPr>
        <p:spPr>
          <a:xfrm>
            <a:off x="10912450" y="7306056"/>
            <a:ext cx="658368" cy="0"/>
          </a:xfrm>
          <a:prstGeom prst="line">
            <a:avLst/>
          </a:prstGeom>
          <a:noFill/>
          <a:ln w="19050">
            <a:solidFill>
              <a:srgbClr val="EB6834"/>
            </a:solidFill>
            <a:prstDash val="solid"/>
            <a:tailEnd type="triangle"/>
          </a:ln>
        </p:spPr>
      </p:sp>
      <p:sp>
        <p:nvSpPr>
          <p:cNvPr id="81" name="(c) flux label 2"/>
          <p:cNvSpPr txBox="1"/>
          <p:nvPr/>
        </p:nvSpPr>
        <p:spPr>
          <a:xfrm>
            <a:off x="9336024" y="71963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95000"/>
              </a:lnSpc>
              <a:buNone/>
            </a:pPr>
            <a:r>
              <a:rPr lang="en-US" sz="1300" dirty="0">
                <a:solidFill>
                  <a:srgbClr val="EB68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ions</a:t>
            </a:r>
            <a:endParaRPr lang="en-US" sz="1300" dirty="0"/>
          </a:p>
        </p:txBody>
      </p:sp>
      <p:sp>
        <p:nvSpPr>
          <p:cNvPr id="82" name="(c) radial loss 0"/>
          <p:cNvSpPr/>
          <p:nvPr/>
        </p:nvSpPr>
        <p:spPr>
          <a:xfrm>
            <a:off x="9025128" y="7086600"/>
            <a:ext cx="0" cy="438912"/>
          </a:xfrm>
          <a:prstGeom prst="line">
            <a:avLst/>
          </a:prstGeom>
          <a:noFill/>
          <a:ln w="15875">
            <a:solidFill>
              <a:srgbClr val="D13B3A"/>
            </a:solidFill>
            <a:prstDash val="solid"/>
            <a:tailEnd type="triangle"/>
          </a:ln>
        </p:spPr>
      </p:sp>
      <p:sp>
        <p:nvSpPr>
          <p:cNvPr id="83" name="(c) radial loss 1"/>
          <p:cNvSpPr/>
          <p:nvPr/>
        </p:nvSpPr>
        <p:spPr>
          <a:xfrm>
            <a:off x="8001000" y="7086600"/>
            <a:ext cx="0" cy="438912"/>
          </a:xfrm>
          <a:prstGeom prst="line">
            <a:avLst/>
          </a:prstGeom>
          <a:noFill/>
          <a:ln w="15875">
            <a:solidFill>
              <a:srgbClr val="D13B3A"/>
            </a:solidFill>
            <a:prstDash val="solid"/>
            <a:tailEnd type="triangle"/>
          </a:ln>
        </p:spPr>
      </p:sp>
      <p:sp>
        <p:nvSpPr>
          <p:cNvPr id="84" name="(c) radial loss 2"/>
          <p:cNvSpPr/>
          <p:nvPr/>
        </p:nvSpPr>
        <p:spPr>
          <a:xfrm>
            <a:off x="6976872" y="7086600"/>
            <a:ext cx="0" cy="438912"/>
          </a:xfrm>
          <a:prstGeom prst="line">
            <a:avLst/>
          </a:prstGeom>
          <a:noFill/>
          <a:ln w="15875">
            <a:solidFill>
              <a:srgbClr val="D13B3A"/>
            </a:solidFill>
            <a:prstDash val="solid"/>
            <a:tailEnd type="triangle"/>
          </a:ln>
        </p:spPr>
      </p:sp>
      <p:sp>
        <p:nvSpPr>
          <p:cNvPr id="85" name="(c) radial loss 3"/>
          <p:cNvSpPr/>
          <p:nvPr/>
        </p:nvSpPr>
        <p:spPr>
          <a:xfrm>
            <a:off x="5952744" y="7086600"/>
            <a:ext cx="0" cy="438912"/>
          </a:xfrm>
          <a:prstGeom prst="line">
            <a:avLst/>
          </a:prstGeom>
          <a:noFill/>
          <a:ln w="15875">
            <a:solidFill>
              <a:srgbClr val="D13B3A"/>
            </a:solidFill>
            <a:prstDash val="solid"/>
            <a:tailEnd type="triangle"/>
          </a:ln>
        </p:spPr>
      </p:sp>
      <p:sp>
        <p:nvSpPr>
          <p:cNvPr id="86" name="(c) radial loss 4"/>
          <p:cNvSpPr/>
          <p:nvPr/>
        </p:nvSpPr>
        <p:spPr>
          <a:xfrm>
            <a:off x="4928616" y="7086600"/>
            <a:ext cx="0" cy="438912"/>
          </a:xfrm>
          <a:prstGeom prst="line">
            <a:avLst/>
          </a:prstGeom>
          <a:noFill/>
          <a:ln w="15875">
            <a:solidFill>
              <a:srgbClr val="D13B3A"/>
            </a:solidFill>
            <a:prstDash val="solid"/>
            <a:tailEnd type="triangle"/>
          </a:ln>
        </p:spPr>
      </p:sp>
      <p:sp>
        <p:nvSpPr>
          <p:cNvPr id="87" name="(c) radial loss label"/>
          <p:cNvSpPr txBox="1"/>
          <p:nvPr/>
        </p:nvSpPr>
        <p:spPr>
          <a:xfrm>
            <a:off x="5175504" y="684519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dirty="0">
                <a:solidFill>
                  <a:srgbClr val="D13B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radial loss </a:t>
            </a:r>
            <a:r>
              <a:rPr lang="en-US" sz="1300" i="1" dirty="0">
                <a:solidFill>
                  <a:srgbClr val="D13B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r>
              <a:rPr lang="en-US" sz="1300" i="1" baseline="-40000" dirty="0">
                <a:solidFill>
                  <a:srgbClr val="D13B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r>
              <a:rPr lang="en-US" sz="1300" dirty="0">
                <a:solidFill>
                  <a:srgbClr val="D13B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sz="1300" i="1" dirty="0">
                <a:solidFill>
                  <a:srgbClr val="D13B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r>
              <a:rPr lang="en-US" sz="1300" i="1" baseline="-40000" dirty="0">
                <a:solidFill>
                  <a:srgbClr val="D13B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endParaRPr lang="en-US" sz="1300" dirty="0"/>
          </a:p>
        </p:txBody>
      </p:sp>
      <p:sp>
        <p:nvSpPr>
          <p:cNvPr id="88" name="(c) surface data"/>
          <p:cNvSpPr txBox="1"/>
          <p:nvPr/>
        </p:nvSpPr>
        <p:spPr>
          <a:xfrm>
            <a:off x="8549640" y="7726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0</a:t>
            </a:r>
            <a:endParaRPr lang="en-US" sz="1300" dirty="0"/>
          </a:p>
        </p:txBody>
      </p:sp>
      <p:sp>
        <p:nvSpPr>
          <p:cNvPr id="89" name="(c) bulk data"/>
          <p:cNvSpPr txBox="1"/>
          <p:nvPr/>
        </p:nvSpPr>
        <p:spPr>
          <a:xfrm>
            <a:off x="4343400" y="7726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r>
              <a:rPr lang="en-US" sz="13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endParaRPr lang="en-US" sz="1300" dirty="0"/>
          </a:p>
        </p:txBody>
      </p:sp>
      <p:sp>
        <p:nvSpPr>
          <p:cNvPr id="90" name="zoom cathode top"/>
          <p:cNvSpPr/>
          <p:nvPr/>
        </p:nvSpPr>
        <p:spPr>
          <a:xfrm flipH="1">
            <a:off x="1964497" y="630936"/>
            <a:ext cx="2086295" cy="2258568"/>
          </a:xfrm>
          <a:prstGeom prst="line">
            <a:avLst/>
          </a:prstGeom>
          <a:noFill/>
          <a:ln w="9525">
            <a:solidFill>
              <a:srgbClr val="8794A3"/>
            </a:solidFill>
            <a:prstDash val="dash"/>
          </a:ln>
        </p:spPr>
      </p:sp>
      <p:sp>
        <p:nvSpPr>
          <p:cNvPr id="91" name="zoom cathode bottom"/>
          <p:cNvSpPr/>
          <p:nvPr/>
        </p:nvSpPr>
        <p:spPr>
          <a:xfrm>
            <a:off x="1964497" y="3201314"/>
            <a:ext cx="2086295" cy="419710"/>
          </a:xfrm>
          <a:prstGeom prst="line">
            <a:avLst/>
          </a:prstGeom>
          <a:noFill/>
          <a:ln w="9525">
            <a:solidFill>
              <a:srgbClr val="8794A3"/>
            </a:solidFill>
            <a:prstDash val="dash"/>
          </a:ln>
        </p:spPr>
      </p:sp>
      <p:sp>
        <p:nvSpPr>
          <p:cNvPr id="92" name="zoom anode top"/>
          <p:cNvSpPr/>
          <p:nvPr/>
        </p:nvSpPr>
        <p:spPr>
          <a:xfrm flipH="1">
            <a:off x="2491740" y="4754880"/>
            <a:ext cx="1851660" cy="1394460"/>
          </a:xfrm>
          <a:prstGeom prst="line">
            <a:avLst/>
          </a:prstGeom>
          <a:noFill/>
          <a:ln w="9525">
            <a:solidFill>
              <a:srgbClr val="8794A3"/>
            </a:solidFill>
            <a:prstDash val="dash"/>
          </a:ln>
        </p:spPr>
      </p:sp>
      <p:sp>
        <p:nvSpPr>
          <p:cNvPr id="93" name="zoom anode bottom"/>
          <p:cNvSpPr/>
          <p:nvPr/>
        </p:nvSpPr>
        <p:spPr>
          <a:xfrm>
            <a:off x="2491740" y="6461150"/>
            <a:ext cx="1851660" cy="1174090"/>
          </a:xfrm>
          <a:prstGeom prst="line">
            <a:avLst/>
          </a:prstGeom>
          <a:noFill/>
          <a:ln w="9525">
            <a:solidFill>
              <a:srgbClr val="8794A3"/>
            </a:solidFill>
            <a:prstDash val="dash"/>
          </a:ln>
        </p:spPr>
      </p:sp>
      <p:sp>
        <p:nvSpPr>
          <p:cNvPr id="32" name="(b) n_eq curve"/>
          <p:cNvSpPr/>
          <p:nvPr/>
        </p:nvSpPr>
        <p:spPr>
          <a:xfrm>
            <a:off x="6785576" y="2018285"/>
            <a:ext cx="4873024" cy="596899"/>
          </a:xfrm>
          <a:custGeom>
            <a:avLst/>
            <a:gdLst/>
            <a:ahLst/>
            <a:cxnLst/>
            <a:rect l="l" t="t" r="r" b="b"/>
            <a:pathLst>
              <a:path w="4873024" h="596899">
                <a:moveTo>
                  <a:pt x="0" y="596899"/>
                </a:moveTo>
                <a:lnTo>
                  <a:pt x="3904" y="592701"/>
                </a:lnTo>
                <a:lnTo>
                  <a:pt x="21432" y="574038"/>
                </a:lnTo>
                <a:lnTo>
                  <a:pt x="38474" y="556139"/>
                </a:lnTo>
                <a:lnTo>
                  <a:pt x="55054" y="539019"/>
                </a:lnTo>
                <a:lnTo>
                  <a:pt x="71199" y="522681"/>
                </a:lnTo>
                <a:lnTo>
                  <a:pt x="86929" y="507121"/>
                </a:lnTo>
                <a:lnTo>
                  <a:pt x="102267" y="492326"/>
                </a:lnTo>
                <a:lnTo>
                  <a:pt x="117230" y="478273"/>
                </a:lnTo>
                <a:lnTo>
                  <a:pt x="131836" y="464932"/>
                </a:lnTo>
                <a:lnTo>
                  <a:pt x="146103" y="452267"/>
                </a:lnTo>
                <a:lnTo>
                  <a:pt x="160046" y="440238"/>
                </a:lnTo>
                <a:lnTo>
                  <a:pt x="173679" y="428805"/>
                </a:lnTo>
                <a:lnTo>
                  <a:pt x="187016" y="417924"/>
                </a:lnTo>
                <a:lnTo>
                  <a:pt x="200068" y="407556"/>
                </a:lnTo>
                <a:lnTo>
                  <a:pt x="212849" y="397660"/>
                </a:lnTo>
                <a:lnTo>
                  <a:pt x="225369" y="388201"/>
                </a:lnTo>
                <a:lnTo>
                  <a:pt x="237639" y="379143"/>
                </a:lnTo>
                <a:lnTo>
                  <a:pt x="249668" y="370455"/>
                </a:lnTo>
                <a:lnTo>
                  <a:pt x="261465" y="362109"/>
                </a:lnTo>
                <a:lnTo>
                  <a:pt x="273040" y="354079"/>
                </a:lnTo>
                <a:lnTo>
                  <a:pt x="284401" y="346340"/>
                </a:lnTo>
                <a:lnTo>
                  <a:pt x="295555" y="338873"/>
                </a:lnTo>
                <a:lnTo>
                  <a:pt x="306510" y="331656"/>
                </a:lnTo>
                <a:lnTo>
                  <a:pt x="317272" y="324674"/>
                </a:lnTo>
                <a:lnTo>
                  <a:pt x="327849" y="317911"/>
                </a:lnTo>
                <a:lnTo>
                  <a:pt x="338247" y="311352"/>
                </a:lnTo>
                <a:lnTo>
                  <a:pt x="348472" y="304985"/>
                </a:lnTo>
                <a:lnTo>
                  <a:pt x="358529" y="298798"/>
                </a:lnTo>
                <a:lnTo>
                  <a:pt x="368423" y="292782"/>
                </a:lnTo>
                <a:lnTo>
                  <a:pt x="378161" y="286926"/>
                </a:lnTo>
                <a:lnTo>
                  <a:pt x="387746" y="281223"/>
                </a:lnTo>
                <a:lnTo>
                  <a:pt x="397184" y="275663"/>
                </a:lnTo>
                <a:lnTo>
                  <a:pt x="406479" y="270241"/>
                </a:lnTo>
                <a:lnTo>
                  <a:pt x="415635" y="264949"/>
                </a:lnTo>
                <a:lnTo>
                  <a:pt x="424657" y="259781"/>
                </a:lnTo>
                <a:lnTo>
                  <a:pt x="433548" y="254732"/>
                </a:lnTo>
                <a:lnTo>
                  <a:pt x="442312" y="249797"/>
                </a:lnTo>
                <a:lnTo>
                  <a:pt x="450952" y="244971"/>
                </a:lnTo>
                <a:lnTo>
                  <a:pt x="459472" y="240250"/>
                </a:lnTo>
                <a:lnTo>
                  <a:pt x="467876" y="235629"/>
                </a:lnTo>
                <a:lnTo>
                  <a:pt x="476166" y="231106"/>
                </a:lnTo>
                <a:lnTo>
                  <a:pt x="484346" y="226675"/>
                </a:lnTo>
                <a:lnTo>
                  <a:pt x="492417" y="222334"/>
                </a:lnTo>
                <a:lnTo>
                  <a:pt x="500384" y="218081"/>
                </a:lnTo>
                <a:lnTo>
                  <a:pt x="508249" y="213911"/>
                </a:lnTo>
                <a:lnTo>
                  <a:pt x="516015" y="209823"/>
                </a:lnTo>
                <a:lnTo>
                  <a:pt x="523683" y="205813"/>
                </a:lnTo>
                <a:lnTo>
                  <a:pt x="531257" y="201880"/>
                </a:lnTo>
                <a:lnTo>
                  <a:pt x="538738" y="198021"/>
                </a:lnTo>
                <a:lnTo>
                  <a:pt x="546129" y="194235"/>
                </a:lnTo>
                <a:lnTo>
                  <a:pt x="553432" y="190518"/>
                </a:lnTo>
                <a:lnTo>
                  <a:pt x="560649" y="186869"/>
                </a:lnTo>
                <a:lnTo>
                  <a:pt x="567783" y="183286"/>
                </a:lnTo>
                <a:lnTo>
                  <a:pt x="574834" y="179768"/>
                </a:lnTo>
                <a:lnTo>
                  <a:pt x="581805" y="176313"/>
                </a:lnTo>
                <a:lnTo>
                  <a:pt x="588698" y="172919"/>
                </a:lnTo>
                <a:lnTo>
                  <a:pt x="595514" y="169585"/>
                </a:lnTo>
                <a:lnTo>
                  <a:pt x="602256" y="166309"/>
                </a:lnTo>
                <a:lnTo>
                  <a:pt x="608924" y="163091"/>
                </a:lnTo>
                <a:lnTo>
                  <a:pt x="615520" y="159928"/>
                </a:lnTo>
                <a:lnTo>
                  <a:pt x="622046" y="156820"/>
                </a:lnTo>
                <a:lnTo>
                  <a:pt x="628504" y="153765"/>
                </a:lnTo>
                <a:lnTo>
                  <a:pt x="634894" y="150763"/>
                </a:lnTo>
                <a:lnTo>
                  <a:pt x="641218" y="147811"/>
                </a:lnTo>
                <a:lnTo>
                  <a:pt x="647478" y="144910"/>
                </a:lnTo>
                <a:lnTo>
                  <a:pt x="653675" y="142058"/>
                </a:lnTo>
                <a:lnTo>
                  <a:pt x="659809" y="139254"/>
                </a:lnTo>
                <a:lnTo>
                  <a:pt x="665883" y="136497"/>
                </a:lnTo>
                <a:lnTo>
                  <a:pt x="671897" y="133786"/>
                </a:lnTo>
                <a:lnTo>
                  <a:pt x="677853" y="131121"/>
                </a:lnTo>
                <a:lnTo>
                  <a:pt x="683752" y="128500"/>
                </a:lnTo>
                <a:lnTo>
                  <a:pt x="689594" y="125923"/>
                </a:lnTo>
                <a:lnTo>
                  <a:pt x="695382" y="123389"/>
                </a:lnTo>
                <a:lnTo>
                  <a:pt x="701115" y="120898"/>
                </a:lnTo>
                <a:lnTo>
                  <a:pt x="706795" y="118448"/>
                </a:lnTo>
                <a:lnTo>
                  <a:pt x="712423" y="116038"/>
                </a:lnTo>
                <a:lnTo>
                  <a:pt x="718000" y="113669"/>
                </a:lnTo>
                <a:lnTo>
                  <a:pt x="723527" y="111339"/>
                </a:lnTo>
                <a:lnTo>
                  <a:pt x="729004" y="109048"/>
                </a:lnTo>
                <a:lnTo>
                  <a:pt x="734433" y="106795"/>
                </a:lnTo>
                <a:lnTo>
                  <a:pt x="739814" y="104580"/>
                </a:lnTo>
                <a:lnTo>
                  <a:pt x="745149" y="102402"/>
                </a:lnTo>
                <a:lnTo>
                  <a:pt x="750437" y="100260"/>
                </a:lnTo>
                <a:lnTo>
                  <a:pt x="755680" y="98154"/>
                </a:lnTo>
                <a:lnTo>
                  <a:pt x="760879" y="96084"/>
                </a:lnTo>
                <a:lnTo>
                  <a:pt x="766034" y="94048"/>
                </a:lnTo>
                <a:lnTo>
                  <a:pt x="771146" y="92047"/>
                </a:lnTo>
                <a:lnTo>
                  <a:pt x="776216" y="90079"/>
                </a:lnTo>
                <a:lnTo>
                  <a:pt x="781245" y="88144"/>
                </a:lnTo>
                <a:lnTo>
                  <a:pt x="786232" y="86243"/>
                </a:lnTo>
                <a:lnTo>
                  <a:pt x="791179" y="84373"/>
                </a:lnTo>
                <a:lnTo>
                  <a:pt x="796087" y="82536"/>
                </a:lnTo>
                <a:lnTo>
                  <a:pt x="800956" y="80730"/>
                </a:lnTo>
                <a:lnTo>
                  <a:pt x="805786" y="78955"/>
                </a:lnTo>
                <a:lnTo>
                  <a:pt x="810579" y="77211"/>
                </a:lnTo>
                <a:lnTo>
                  <a:pt x="815334" y="75497"/>
                </a:lnTo>
                <a:lnTo>
                  <a:pt x="820053" y="73812"/>
                </a:lnTo>
                <a:lnTo>
                  <a:pt x="824736" y="72157"/>
                </a:lnTo>
                <a:lnTo>
                  <a:pt x="829384" y="70531"/>
                </a:lnTo>
                <a:lnTo>
                  <a:pt x="833996" y="68933"/>
                </a:lnTo>
                <a:lnTo>
                  <a:pt x="838574" y="67364"/>
                </a:lnTo>
                <a:lnTo>
                  <a:pt x="843118" y="65822"/>
                </a:lnTo>
                <a:lnTo>
                  <a:pt x="847629" y="64308"/>
                </a:lnTo>
                <a:lnTo>
                  <a:pt x="852107" y="62821"/>
                </a:lnTo>
                <a:lnTo>
                  <a:pt x="856552" y="61360"/>
                </a:lnTo>
                <a:lnTo>
                  <a:pt x="860965" y="59926"/>
                </a:lnTo>
                <a:lnTo>
                  <a:pt x="865347" y="58518"/>
                </a:lnTo>
                <a:lnTo>
                  <a:pt x="869698" y="57136"/>
                </a:lnTo>
                <a:lnTo>
                  <a:pt x="874018" y="55779"/>
                </a:lnTo>
                <a:lnTo>
                  <a:pt x="878308" y="54447"/>
                </a:lnTo>
                <a:lnTo>
                  <a:pt x="882568" y="53139"/>
                </a:lnTo>
                <a:lnTo>
                  <a:pt x="886799" y="51856"/>
                </a:lnTo>
                <a:lnTo>
                  <a:pt x="891001" y="50597"/>
                </a:lnTo>
                <a:lnTo>
                  <a:pt x="895174" y="49362"/>
                </a:lnTo>
                <a:lnTo>
                  <a:pt x="899319" y="48150"/>
                </a:lnTo>
                <a:lnTo>
                  <a:pt x="903436" y="46962"/>
                </a:lnTo>
                <a:lnTo>
                  <a:pt x="907526" y="45796"/>
                </a:lnTo>
                <a:lnTo>
                  <a:pt x="911588" y="44652"/>
                </a:lnTo>
                <a:lnTo>
                  <a:pt x="915624" y="43531"/>
                </a:lnTo>
                <a:lnTo>
                  <a:pt x="919634" y="42431"/>
                </a:lnTo>
                <a:lnTo>
                  <a:pt x="923617" y="41354"/>
                </a:lnTo>
                <a:lnTo>
                  <a:pt x="927575" y="40297"/>
                </a:lnTo>
                <a:lnTo>
                  <a:pt x="931508" y="39262"/>
                </a:lnTo>
                <a:lnTo>
                  <a:pt x="935415" y="38247"/>
                </a:lnTo>
                <a:lnTo>
                  <a:pt x="939298" y="37253"/>
                </a:lnTo>
                <a:lnTo>
                  <a:pt x="943156" y="36279"/>
                </a:lnTo>
                <a:lnTo>
                  <a:pt x="946990" y="35324"/>
                </a:lnTo>
                <a:lnTo>
                  <a:pt x="950800" y="34390"/>
                </a:lnTo>
                <a:lnTo>
                  <a:pt x="954587" y="33474"/>
                </a:lnTo>
                <a:lnTo>
                  <a:pt x="958351" y="32578"/>
                </a:lnTo>
                <a:lnTo>
                  <a:pt x="962091" y="31700"/>
                </a:lnTo>
                <a:lnTo>
                  <a:pt x="965809" y="30841"/>
                </a:lnTo>
                <a:lnTo>
                  <a:pt x="969505" y="30001"/>
                </a:lnTo>
                <a:lnTo>
                  <a:pt x="973178" y="29178"/>
                </a:lnTo>
                <a:lnTo>
                  <a:pt x="976830" y="28373"/>
                </a:lnTo>
                <a:lnTo>
                  <a:pt x="980459" y="27585"/>
                </a:lnTo>
                <a:lnTo>
                  <a:pt x="984068" y="26814"/>
                </a:lnTo>
                <a:lnTo>
                  <a:pt x="987655" y="26061"/>
                </a:lnTo>
                <a:lnTo>
                  <a:pt x="991222" y="25324"/>
                </a:lnTo>
                <a:lnTo>
                  <a:pt x="994768" y="24603"/>
                </a:lnTo>
                <a:lnTo>
                  <a:pt x="998294" y="23899"/>
                </a:lnTo>
                <a:lnTo>
                  <a:pt x="1001799" y="23210"/>
                </a:lnTo>
                <a:lnTo>
                  <a:pt x="1005285" y="22537"/>
                </a:lnTo>
                <a:lnTo>
                  <a:pt x="1008751" y="21880"/>
                </a:lnTo>
                <a:lnTo>
                  <a:pt x="1012197" y="21237"/>
                </a:lnTo>
                <a:lnTo>
                  <a:pt x="1015624" y="20610"/>
                </a:lnTo>
                <a:lnTo>
                  <a:pt x="1019032" y="19997"/>
                </a:lnTo>
                <a:lnTo>
                  <a:pt x="1022421" y="19398"/>
                </a:lnTo>
                <a:lnTo>
                  <a:pt x="1025792" y="18814"/>
                </a:lnTo>
                <a:lnTo>
                  <a:pt x="1029144" y="18243"/>
                </a:lnTo>
                <a:lnTo>
                  <a:pt x="1032478" y="17686"/>
                </a:lnTo>
                <a:lnTo>
                  <a:pt x="1035794" y="17143"/>
                </a:lnTo>
                <a:lnTo>
                  <a:pt x="1039092" y="16613"/>
                </a:lnTo>
                <a:lnTo>
                  <a:pt x="1042373" y="16095"/>
                </a:lnTo>
                <a:lnTo>
                  <a:pt x="1045636" y="15591"/>
                </a:lnTo>
                <a:lnTo>
                  <a:pt x="1048882" y="15099"/>
                </a:lnTo>
                <a:lnTo>
                  <a:pt x="1052111" y="14619"/>
                </a:lnTo>
                <a:lnTo>
                  <a:pt x="1055322" y="14151"/>
                </a:lnTo>
                <a:lnTo>
                  <a:pt x="1058518" y="13695"/>
                </a:lnTo>
                <a:lnTo>
                  <a:pt x="1061696" y="13251"/>
                </a:lnTo>
                <a:lnTo>
                  <a:pt x="1064858" y="12818"/>
                </a:lnTo>
                <a:lnTo>
                  <a:pt x="1068004" y="12396"/>
                </a:lnTo>
                <a:lnTo>
                  <a:pt x="1071134" y="11985"/>
                </a:lnTo>
                <a:lnTo>
                  <a:pt x="1074248" y="11585"/>
                </a:lnTo>
                <a:lnTo>
                  <a:pt x="1077346" y="11195"/>
                </a:lnTo>
                <a:lnTo>
                  <a:pt x="1080429" y="10816"/>
                </a:lnTo>
                <a:lnTo>
                  <a:pt x="1083496" y="10447"/>
                </a:lnTo>
                <a:lnTo>
                  <a:pt x="1086548" y="10088"/>
                </a:lnTo>
                <a:lnTo>
                  <a:pt x="1089585" y="9738"/>
                </a:lnTo>
                <a:lnTo>
                  <a:pt x="1092607" y="9398"/>
                </a:lnTo>
                <a:lnTo>
                  <a:pt x="1095614" y="9067"/>
                </a:lnTo>
                <a:lnTo>
                  <a:pt x="1098607" y="8746"/>
                </a:lnTo>
                <a:lnTo>
                  <a:pt x="1101585" y="8433"/>
                </a:lnTo>
                <a:lnTo>
                  <a:pt x="1104548" y="8129"/>
                </a:lnTo>
                <a:lnTo>
                  <a:pt x="1107498" y="7833"/>
                </a:lnTo>
                <a:lnTo>
                  <a:pt x="1110433" y="7546"/>
                </a:lnTo>
                <a:lnTo>
                  <a:pt x="1113354" y="7267"/>
                </a:lnTo>
                <a:lnTo>
                  <a:pt x="1116261" y="6996"/>
                </a:lnTo>
                <a:lnTo>
                  <a:pt x="1119155" y="6733"/>
                </a:lnTo>
                <a:lnTo>
                  <a:pt x="1122035" y="6478"/>
                </a:lnTo>
                <a:lnTo>
                  <a:pt x="1124902" y="6230"/>
                </a:lnTo>
                <a:lnTo>
                  <a:pt x="1127755" y="5989"/>
                </a:lnTo>
                <a:lnTo>
                  <a:pt x="1130595" y="5756"/>
                </a:lnTo>
                <a:lnTo>
                  <a:pt x="1133422" y="5529"/>
                </a:lnTo>
                <a:lnTo>
                  <a:pt x="1136236" y="5309"/>
                </a:lnTo>
                <a:lnTo>
                  <a:pt x="1139037" y="5096"/>
                </a:lnTo>
                <a:lnTo>
                  <a:pt x="1141826" y="4890"/>
                </a:lnTo>
                <a:lnTo>
                  <a:pt x="1144602" y="4690"/>
                </a:lnTo>
                <a:lnTo>
                  <a:pt x="1147365" y="4496"/>
                </a:lnTo>
                <a:lnTo>
                  <a:pt x="1150116" y="4308"/>
                </a:lnTo>
                <a:lnTo>
                  <a:pt x="1152854" y="4126"/>
                </a:lnTo>
                <a:lnTo>
                  <a:pt x="1155581" y="3950"/>
                </a:lnTo>
                <a:lnTo>
                  <a:pt x="1158295" y="3780"/>
                </a:lnTo>
                <a:lnTo>
                  <a:pt x="1160998" y="3615"/>
                </a:lnTo>
                <a:lnTo>
                  <a:pt x="1163688" y="3455"/>
                </a:lnTo>
                <a:lnTo>
                  <a:pt x="1166367" y="3301"/>
                </a:lnTo>
                <a:lnTo>
                  <a:pt x="1169034" y="3151"/>
                </a:lnTo>
                <a:lnTo>
                  <a:pt x="1171690" y="3007"/>
                </a:lnTo>
                <a:lnTo>
                  <a:pt x="1174334" y="2868"/>
                </a:lnTo>
                <a:lnTo>
                  <a:pt x="1176967" y="2733"/>
                </a:lnTo>
                <a:lnTo>
                  <a:pt x="1179589" y="2603"/>
                </a:lnTo>
                <a:lnTo>
                  <a:pt x="1182199" y="2478"/>
                </a:lnTo>
                <a:lnTo>
                  <a:pt x="1184799" y="2357"/>
                </a:lnTo>
                <a:lnTo>
                  <a:pt x="1187387" y="2240"/>
                </a:lnTo>
                <a:lnTo>
                  <a:pt x="1189965" y="2127"/>
                </a:lnTo>
                <a:lnTo>
                  <a:pt x="1192531" y="2019"/>
                </a:lnTo>
                <a:lnTo>
                  <a:pt x="1195087" y="1914"/>
                </a:lnTo>
                <a:lnTo>
                  <a:pt x="1197633" y="1813"/>
                </a:lnTo>
                <a:lnTo>
                  <a:pt x="1200168" y="1716"/>
                </a:lnTo>
                <a:lnTo>
                  <a:pt x="1202692" y="1623"/>
                </a:lnTo>
                <a:lnTo>
                  <a:pt x="1205206" y="1533"/>
                </a:lnTo>
                <a:lnTo>
                  <a:pt x="1207710" y="1447"/>
                </a:lnTo>
                <a:lnTo>
                  <a:pt x="1210204" y="1364"/>
                </a:lnTo>
                <a:lnTo>
                  <a:pt x="1212688" y="1285"/>
                </a:lnTo>
                <a:lnTo>
                  <a:pt x="1215161" y="1208"/>
                </a:lnTo>
                <a:lnTo>
                  <a:pt x="1217625" y="1135"/>
                </a:lnTo>
                <a:lnTo>
                  <a:pt x="1220079" y="1065"/>
                </a:lnTo>
                <a:lnTo>
                  <a:pt x="1222523" y="998"/>
                </a:lnTo>
                <a:lnTo>
                  <a:pt x="1224957" y="933"/>
                </a:lnTo>
                <a:lnTo>
                  <a:pt x="1227382" y="872"/>
                </a:lnTo>
                <a:lnTo>
                  <a:pt x="1229797" y="813"/>
                </a:lnTo>
                <a:lnTo>
                  <a:pt x="1232203" y="757"/>
                </a:lnTo>
                <a:lnTo>
                  <a:pt x="1234599" y="703"/>
                </a:lnTo>
                <a:lnTo>
                  <a:pt x="1236986" y="652"/>
                </a:lnTo>
                <a:lnTo>
                  <a:pt x="1239364" y="604"/>
                </a:lnTo>
                <a:lnTo>
                  <a:pt x="1241732" y="557"/>
                </a:lnTo>
                <a:lnTo>
                  <a:pt x="1244092" y="514"/>
                </a:lnTo>
                <a:lnTo>
                  <a:pt x="1246442" y="472"/>
                </a:lnTo>
                <a:lnTo>
                  <a:pt x="1248784" y="432"/>
                </a:lnTo>
                <a:lnTo>
                  <a:pt x="1251116" y="395"/>
                </a:lnTo>
                <a:lnTo>
                  <a:pt x="1253440" y="360"/>
                </a:lnTo>
                <a:lnTo>
                  <a:pt x="1255755" y="326"/>
                </a:lnTo>
                <a:lnTo>
                  <a:pt x="1258061" y="295"/>
                </a:lnTo>
                <a:lnTo>
                  <a:pt x="1260359" y="265"/>
                </a:lnTo>
                <a:lnTo>
                  <a:pt x="1262648" y="238"/>
                </a:lnTo>
                <a:lnTo>
                  <a:pt x="1264928" y="212"/>
                </a:lnTo>
                <a:lnTo>
                  <a:pt x="1267200" y="188"/>
                </a:lnTo>
                <a:lnTo>
                  <a:pt x="1269464" y="165"/>
                </a:lnTo>
                <a:lnTo>
                  <a:pt x="1271719" y="145"/>
                </a:lnTo>
                <a:lnTo>
                  <a:pt x="1273966" y="126"/>
                </a:lnTo>
                <a:lnTo>
                  <a:pt x="1276205" y="108"/>
                </a:lnTo>
                <a:lnTo>
                  <a:pt x="1278436" y="92"/>
                </a:lnTo>
                <a:lnTo>
                  <a:pt x="1280659" y="77"/>
                </a:lnTo>
                <a:lnTo>
                  <a:pt x="1282873" y="64"/>
                </a:lnTo>
                <a:lnTo>
                  <a:pt x="1285080" y="52"/>
                </a:lnTo>
                <a:lnTo>
                  <a:pt x="1287279" y="41"/>
                </a:lnTo>
                <a:lnTo>
                  <a:pt x="1289470" y="32"/>
                </a:lnTo>
                <a:lnTo>
                  <a:pt x="1291653" y="24"/>
                </a:lnTo>
                <a:lnTo>
                  <a:pt x="1293828" y="17"/>
                </a:lnTo>
                <a:lnTo>
                  <a:pt x="1295996" y="12"/>
                </a:lnTo>
                <a:lnTo>
                  <a:pt x="1298156" y="7"/>
                </a:lnTo>
                <a:lnTo>
                  <a:pt x="1300308" y="4"/>
                </a:lnTo>
                <a:lnTo>
                  <a:pt x="1302453" y="2"/>
                </a:lnTo>
                <a:lnTo>
                  <a:pt x="1304591" y="0"/>
                </a:lnTo>
                <a:lnTo>
                  <a:pt x="1306721" y="0"/>
                </a:lnTo>
                <a:lnTo>
                  <a:pt x="1308844" y="1"/>
                </a:lnTo>
                <a:lnTo>
                  <a:pt x="1310959" y="3"/>
                </a:lnTo>
                <a:lnTo>
                  <a:pt x="1313067" y="5"/>
                </a:lnTo>
                <a:lnTo>
                  <a:pt x="1315168" y="9"/>
                </a:lnTo>
                <a:lnTo>
                  <a:pt x="1317262" y="13"/>
                </a:lnTo>
                <a:lnTo>
                  <a:pt x="1319348" y="19"/>
                </a:lnTo>
                <a:lnTo>
                  <a:pt x="1321428" y="25"/>
                </a:lnTo>
                <a:lnTo>
                  <a:pt x="1323500" y="31"/>
                </a:lnTo>
                <a:lnTo>
                  <a:pt x="1325566" y="39"/>
                </a:lnTo>
                <a:lnTo>
                  <a:pt x="1327624" y="47"/>
                </a:lnTo>
                <a:lnTo>
                  <a:pt x="1329676" y="56"/>
                </a:lnTo>
                <a:lnTo>
                  <a:pt x="1331721" y="66"/>
                </a:lnTo>
                <a:lnTo>
                  <a:pt x="1333759" y="77"/>
                </a:lnTo>
                <a:lnTo>
                  <a:pt x="1335790" y="88"/>
                </a:lnTo>
                <a:lnTo>
                  <a:pt x="1337815" y="99"/>
                </a:lnTo>
                <a:lnTo>
                  <a:pt x="1339833" y="112"/>
                </a:lnTo>
                <a:lnTo>
                  <a:pt x="1341844" y="125"/>
                </a:lnTo>
                <a:lnTo>
                  <a:pt x="1343849" y="138"/>
                </a:lnTo>
                <a:lnTo>
                  <a:pt x="1345847" y="152"/>
                </a:lnTo>
                <a:lnTo>
                  <a:pt x="1347839" y="167"/>
                </a:lnTo>
                <a:lnTo>
                  <a:pt x="1349824" y="182"/>
                </a:lnTo>
                <a:lnTo>
                  <a:pt x="1351803" y="197"/>
                </a:lnTo>
                <a:lnTo>
                  <a:pt x="1353776" y="213"/>
                </a:lnTo>
                <a:lnTo>
                  <a:pt x="1355742" y="230"/>
                </a:lnTo>
                <a:lnTo>
                  <a:pt x="1357702" y="246"/>
                </a:lnTo>
                <a:lnTo>
                  <a:pt x="1359655" y="264"/>
                </a:lnTo>
                <a:lnTo>
                  <a:pt x="1361603" y="282"/>
                </a:lnTo>
                <a:lnTo>
                  <a:pt x="1363544" y="300"/>
                </a:lnTo>
                <a:lnTo>
                  <a:pt x="1365479" y="318"/>
                </a:lnTo>
                <a:lnTo>
                  <a:pt x="1367409" y="337"/>
                </a:lnTo>
                <a:lnTo>
                  <a:pt x="1369332" y="356"/>
                </a:lnTo>
                <a:lnTo>
                  <a:pt x="1371249" y="376"/>
                </a:lnTo>
                <a:lnTo>
                  <a:pt x="1373160" y="396"/>
                </a:lnTo>
                <a:lnTo>
                  <a:pt x="1375065" y="416"/>
                </a:lnTo>
                <a:lnTo>
                  <a:pt x="1376964" y="436"/>
                </a:lnTo>
                <a:lnTo>
                  <a:pt x="1378857" y="457"/>
                </a:lnTo>
                <a:lnTo>
                  <a:pt x="1380745" y="478"/>
                </a:lnTo>
                <a:lnTo>
                  <a:pt x="1382627" y="500"/>
                </a:lnTo>
                <a:lnTo>
                  <a:pt x="1384503" y="521"/>
                </a:lnTo>
                <a:lnTo>
                  <a:pt x="1386373" y="543"/>
                </a:lnTo>
                <a:lnTo>
                  <a:pt x="1388238" y="565"/>
                </a:lnTo>
                <a:lnTo>
                  <a:pt x="1390097" y="587"/>
                </a:lnTo>
                <a:lnTo>
                  <a:pt x="1391950" y="610"/>
                </a:lnTo>
                <a:lnTo>
                  <a:pt x="1393798" y="633"/>
                </a:lnTo>
                <a:lnTo>
                  <a:pt x="1395640" y="656"/>
                </a:lnTo>
                <a:lnTo>
                  <a:pt x="1397477" y="679"/>
                </a:lnTo>
                <a:lnTo>
                  <a:pt x="1399308" y="702"/>
                </a:lnTo>
                <a:lnTo>
                  <a:pt x="1401134" y="725"/>
                </a:lnTo>
                <a:lnTo>
                  <a:pt x="1402954" y="749"/>
                </a:lnTo>
                <a:lnTo>
                  <a:pt x="1404769" y="773"/>
                </a:lnTo>
                <a:lnTo>
                  <a:pt x="1406579" y="797"/>
                </a:lnTo>
                <a:lnTo>
                  <a:pt x="1408383" y="821"/>
                </a:lnTo>
                <a:lnTo>
                  <a:pt x="1410182" y="845"/>
                </a:lnTo>
                <a:lnTo>
                  <a:pt x="1411976" y="869"/>
                </a:lnTo>
                <a:lnTo>
                  <a:pt x="1413764" y="893"/>
                </a:lnTo>
                <a:lnTo>
                  <a:pt x="1415547" y="918"/>
                </a:lnTo>
                <a:lnTo>
                  <a:pt x="1417325" y="943"/>
                </a:lnTo>
                <a:lnTo>
                  <a:pt x="1419098" y="967"/>
                </a:lnTo>
                <a:lnTo>
                  <a:pt x="1420866" y="992"/>
                </a:lnTo>
                <a:lnTo>
                  <a:pt x="1422629" y="1017"/>
                </a:lnTo>
                <a:lnTo>
                  <a:pt x="1424387" y="1042"/>
                </a:lnTo>
                <a:lnTo>
                  <a:pt x="1426140" y="1067"/>
                </a:lnTo>
                <a:lnTo>
                  <a:pt x="1427887" y="1092"/>
                </a:lnTo>
                <a:lnTo>
                  <a:pt x="1429630" y="1117"/>
                </a:lnTo>
                <a:lnTo>
                  <a:pt x="1431368" y="1142"/>
                </a:lnTo>
                <a:lnTo>
                  <a:pt x="1433101" y="1167"/>
                </a:lnTo>
                <a:lnTo>
                  <a:pt x="1434829" y="1193"/>
                </a:lnTo>
                <a:lnTo>
                  <a:pt x="1436552" y="1218"/>
                </a:lnTo>
                <a:lnTo>
                  <a:pt x="1438271" y="1243"/>
                </a:lnTo>
                <a:lnTo>
                  <a:pt x="1439984" y="1269"/>
                </a:lnTo>
                <a:lnTo>
                  <a:pt x="1441693" y="1294"/>
                </a:lnTo>
                <a:lnTo>
                  <a:pt x="1443397" y="1320"/>
                </a:lnTo>
                <a:lnTo>
                  <a:pt x="1445096" y="1345"/>
                </a:lnTo>
                <a:lnTo>
                  <a:pt x="1446791" y="1371"/>
                </a:lnTo>
                <a:lnTo>
                  <a:pt x="1448481" y="1396"/>
                </a:lnTo>
                <a:lnTo>
                  <a:pt x="1450166" y="1422"/>
                </a:lnTo>
                <a:lnTo>
                  <a:pt x="1451847" y="1447"/>
                </a:lnTo>
                <a:lnTo>
                  <a:pt x="1453523" y="1473"/>
                </a:lnTo>
                <a:lnTo>
                  <a:pt x="1455195" y="1498"/>
                </a:lnTo>
                <a:lnTo>
                  <a:pt x="1456862" y="1523"/>
                </a:lnTo>
                <a:lnTo>
                  <a:pt x="1458524" y="1549"/>
                </a:lnTo>
                <a:lnTo>
                  <a:pt x="1460182" y="1574"/>
                </a:lnTo>
                <a:lnTo>
                  <a:pt x="1461836" y="1600"/>
                </a:lnTo>
                <a:lnTo>
                  <a:pt x="1463485" y="1625"/>
                </a:lnTo>
                <a:lnTo>
                  <a:pt x="1465129" y="1651"/>
                </a:lnTo>
                <a:lnTo>
                  <a:pt x="1466769" y="1676"/>
                </a:lnTo>
                <a:lnTo>
                  <a:pt x="1468405" y="1701"/>
                </a:lnTo>
                <a:lnTo>
                  <a:pt x="1470037" y="1726"/>
                </a:lnTo>
                <a:lnTo>
                  <a:pt x="1471664" y="1752"/>
                </a:lnTo>
                <a:lnTo>
                  <a:pt x="1473287" y="1777"/>
                </a:lnTo>
                <a:lnTo>
                  <a:pt x="1474906" y="1802"/>
                </a:lnTo>
                <a:lnTo>
                  <a:pt x="1476520" y="1827"/>
                </a:lnTo>
                <a:lnTo>
                  <a:pt x="1478130" y="1852"/>
                </a:lnTo>
                <a:lnTo>
                  <a:pt x="1479736" y="1877"/>
                </a:lnTo>
                <a:lnTo>
                  <a:pt x="1481338" y="1902"/>
                </a:lnTo>
                <a:lnTo>
                  <a:pt x="1482935" y="1927"/>
                </a:lnTo>
                <a:lnTo>
                  <a:pt x="1484529" y="1952"/>
                </a:lnTo>
                <a:lnTo>
                  <a:pt x="1486118" y="1977"/>
                </a:lnTo>
                <a:lnTo>
                  <a:pt x="1487703" y="2002"/>
                </a:lnTo>
                <a:lnTo>
                  <a:pt x="1489284" y="2026"/>
                </a:lnTo>
                <a:lnTo>
                  <a:pt x="1490861" y="2051"/>
                </a:lnTo>
                <a:lnTo>
                  <a:pt x="1492434" y="2076"/>
                </a:lnTo>
                <a:lnTo>
                  <a:pt x="1494003" y="2100"/>
                </a:lnTo>
                <a:lnTo>
                  <a:pt x="1495568" y="2125"/>
                </a:lnTo>
                <a:lnTo>
                  <a:pt x="1497129" y="2149"/>
                </a:lnTo>
                <a:lnTo>
                  <a:pt x="1498686" y="2173"/>
                </a:lnTo>
                <a:lnTo>
                  <a:pt x="1500239" y="2198"/>
                </a:lnTo>
                <a:lnTo>
                  <a:pt x="1501788" y="2222"/>
                </a:lnTo>
                <a:lnTo>
                  <a:pt x="1503333" y="2246"/>
                </a:lnTo>
                <a:lnTo>
                  <a:pt x="1504875" y="2270"/>
                </a:lnTo>
                <a:lnTo>
                  <a:pt x="1506412" y="2294"/>
                </a:lnTo>
                <a:lnTo>
                  <a:pt x="1507946" y="2318"/>
                </a:lnTo>
                <a:lnTo>
                  <a:pt x="1509476" y="2342"/>
                </a:lnTo>
                <a:lnTo>
                  <a:pt x="1511002" y="2365"/>
                </a:lnTo>
                <a:lnTo>
                  <a:pt x="1512524" y="2389"/>
                </a:lnTo>
                <a:lnTo>
                  <a:pt x="1514042" y="2413"/>
                </a:lnTo>
                <a:lnTo>
                  <a:pt x="1515557" y="2436"/>
                </a:lnTo>
                <a:lnTo>
                  <a:pt x="1517068" y="2460"/>
                </a:lnTo>
                <a:lnTo>
                  <a:pt x="1518575" y="2483"/>
                </a:lnTo>
                <a:lnTo>
                  <a:pt x="1520079" y="2506"/>
                </a:lnTo>
                <a:lnTo>
                  <a:pt x="1521579" y="2529"/>
                </a:lnTo>
                <a:lnTo>
                  <a:pt x="1523075" y="2552"/>
                </a:lnTo>
                <a:lnTo>
                  <a:pt x="1524568" y="2576"/>
                </a:lnTo>
                <a:lnTo>
                  <a:pt x="1526057" y="2598"/>
                </a:lnTo>
                <a:lnTo>
                  <a:pt x="1527542" y="2621"/>
                </a:lnTo>
                <a:lnTo>
                  <a:pt x="1529024" y="2644"/>
                </a:lnTo>
                <a:lnTo>
                  <a:pt x="1530502" y="2667"/>
                </a:lnTo>
                <a:lnTo>
                  <a:pt x="1531977" y="2689"/>
                </a:lnTo>
                <a:lnTo>
                  <a:pt x="1533448" y="2712"/>
                </a:lnTo>
                <a:lnTo>
                  <a:pt x="1534915" y="2734"/>
                </a:lnTo>
                <a:lnTo>
                  <a:pt x="1536379" y="2756"/>
                </a:lnTo>
                <a:lnTo>
                  <a:pt x="1537840" y="2779"/>
                </a:lnTo>
                <a:lnTo>
                  <a:pt x="1539297" y="2801"/>
                </a:lnTo>
                <a:lnTo>
                  <a:pt x="1540751" y="2823"/>
                </a:lnTo>
                <a:lnTo>
                  <a:pt x="1542201" y="2845"/>
                </a:lnTo>
                <a:lnTo>
                  <a:pt x="1545812" y="2900"/>
                </a:lnTo>
                <a:lnTo>
                  <a:pt x="1551545" y="2985"/>
                </a:lnTo>
                <a:lnTo>
                  <a:pt x="1557225" y="3070"/>
                </a:lnTo>
                <a:lnTo>
                  <a:pt x="1562853" y="3153"/>
                </a:lnTo>
                <a:lnTo>
                  <a:pt x="1568430" y="3234"/>
                </a:lnTo>
                <a:lnTo>
                  <a:pt x="1573957" y="3315"/>
                </a:lnTo>
                <a:lnTo>
                  <a:pt x="1579434" y="3393"/>
                </a:lnTo>
                <a:lnTo>
                  <a:pt x="1584863" y="3470"/>
                </a:lnTo>
                <a:lnTo>
                  <a:pt x="1590244" y="3546"/>
                </a:lnTo>
                <a:lnTo>
                  <a:pt x="1595579" y="3620"/>
                </a:lnTo>
                <a:lnTo>
                  <a:pt x="1600867" y="3692"/>
                </a:lnTo>
                <a:lnTo>
                  <a:pt x="1606110" y="3764"/>
                </a:lnTo>
                <a:lnTo>
                  <a:pt x="1611309" y="3834"/>
                </a:lnTo>
                <a:lnTo>
                  <a:pt x="1616464" y="3902"/>
                </a:lnTo>
                <a:lnTo>
                  <a:pt x="1621576" y="3969"/>
                </a:lnTo>
                <a:lnTo>
                  <a:pt x="1626646" y="4035"/>
                </a:lnTo>
                <a:lnTo>
                  <a:pt x="1631675" y="4099"/>
                </a:lnTo>
                <a:lnTo>
                  <a:pt x="1636662" y="4162"/>
                </a:lnTo>
                <a:lnTo>
                  <a:pt x="1641609" y="4224"/>
                </a:lnTo>
                <a:lnTo>
                  <a:pt x="1646517" y="4285"/>
                </a:lnTo>
                <a:lnTo>
                  <a:pt x="1651386" y="4344"/>
                </a:lnTo>
                <a:lnTo>
                  <a:pt x="1656216" y="4402"/>
                </a:lnTo>
                <a:lnTo>
                  <a:pt x="1661009" y="4459"/>
                </a:lnTo>
                <a:lnTo>
                  <a:pt x="1665764" y="4515"/>
                </a:lnTo>
                <a:lnTo>
                  <a:pt x="1670483" y="4570"/>
                </a:lnTo>
                <a:lnTo>
                  <a:pt x="1675166" y="4624"/>
                </a:lnTo>
                <a:lnTo>
                  <a:pt x="1679814" y="4676"/>
                </a:lnTo>
                <a:lnTo>
                  <a:pt x="1684426" y="4728"/>
                </a:lnTo>
                <a:lnTo>
                  <a:pt x="1689004" y="4778"/>
                </a:lnTo>
                <a:lnTo>
                  <a:pt x="1693548" y="4828"/>
                </a:lnTo>
                <a:lnTo>
                  <a:pt x="1698059" y="4876"/>
                </a:lnTo>
                <a:lnTo>
                  <a:pt x="1702537" y="4924"/>
                </a:lnTo>
                <a:lnTo>
                  <a:pt x="1706982" y="4971"/>
                </a:lnTo>
                <a:lnTo>
                  <a:pt x="1711395" y="5017"/>
                </a:lnTo>
                <a:lnTo>
                  <a:pt x="1715777" y="5062"/>
                </a:lnTo>
                <a:lnTo>
                  <a:pt x="1720128" y="5106"/>
                </a:lnTo>
                <a:lnTo>
                  <a:pt x="1724448" y="5149"/>
                </a:lnTo>
                <a:lnTo>
                  <a:pt x="1728738" y="5192"/>
                </a:lnTo>
                <a:lnTo>
                  <a:pt x="1732998" y="5233"/>
                </a:lnTo>
                <a:lnTo>
                  <a:pt x="1737229" y="5274"/>
                </a:lnTo>
                <a:lnTo>
                  <a:pt x="1741431" y="5315"/>
                </a:lnTo>
                <a:lnTo>
                  <a:pt x="1745604" y="5354"/>
                </a:lnTo>
                <a:lnTo>
                  <a:pt x="1749749" y="5393"/>
                </a:lnTo>
                <a:lnTo>
                  <a:pt x="1753866" y="5431"/>
                </a:lnTo>
                <a:lnTo>
                  <a:pt x="1757956" y="5469"/>
                </a:lnTo>
                <a:lnTo>
                  <a:pt x="1762018" y="5506"/>
                </a:lnTo>
                <a:lnTo>
                  <a:pt x="1766054" y="5542"/>
                </a:lnTo>
                <a:lnTo>
                  <a:pt x="1770064" y="5578"/>
                </a:lnTo>
                <a:lnTo>
                  <a:pt x="1774047" y="5613"/>
                </a:lnTo>
                <a:lnTo>
                  <a:pt x="1778005" y="5648"/>
                </a:lnTo>
                <a:lnTo>
                  <a:pt x="1781938" y="5682"/>
                </a:lnTo>
                <a:lnTo>
                  <a:pt x="1785845" y="5716"/>
                </a:lnTo>
                <a:lnTo>
                  <a:pt x="1789728" y="5749"/>
                </a:lnTo>
                <a:lnTo>
                  <a:pt x="1793586" y="5781"/>
                </a:lnTo>
                <a:lnTo>
                  <a:pt x="1797420" y="5813"/>
                </a:lnTo>
                <a:lnTo>
                  <a:pt x="1801230" y="5845"/>
                </a:lnTo>
                <a:lnTo>
                  <a:pt x="1805017" y="5876"/>
                </a:lnTo>
                <a:lnTo>
                  <a:pt x="1808780" y="5907"/>
                </a:lnTo>
                <a:lnTo>
                  <a:pt x="1812521" y="5937"/>
                </a:lnTo>
                <a:lnTo>
                  <a:pt x="1816239" y="5967"/>
                </a:lnTo>
                <a:lnTo>
                  <a:pt x="1819935" y="5997"/>
                </a:lnTo>
                <a:lnTo>
                  <a:pt x="1823608" y="6026"/>
                </a:lnTo>
                <a:lnTo>
                  <a:pt x="1827259" y="6055"/>
                </a:lnTo>
                <a:lnTo>
                  <a:pt x="1830889" y="6083"/>
                </a:lnTo>
                <a:lnTo>
                  <a:pt x="1834498" y="6112"/>
                </a:lnTo>
                <a:lnTo>
                  <a:pt x="1838085" y="6139"/>
                </a:lnTo>
                <a:lnTo>
                  <a:pt x="1841652" y="6167"/>
                </a:lnTo>
                <a:lnTo>
                  <a:pt x="1845198" y="6194"/>
                </a:lnTo>
                <a:lnTo>
                  <a:pt x="1848724" y="6221"/>
                </a:lnTo>
                <a:lnTo>
                  <a:pt x="1852229" y="6247"/>
                </a:lnTo>
                <a:lnTo>
                  <a:pt x="1855715" y="6274"/>
                </a:lnTo>
                <a:lnTo>
                  <a:pt x="1859181" y="6299"/>
                </a:lnTo>
                <a:lnTo>
                  <a:pt x="1862627" y="6325"/>
                </a:lnTo>
                <a:lnTo>
                  <a:pt x="1866054" y="6351"/>
                </a:lnTo>
                <a:lnTo>
                  <a:pt x="1869462" y="6376"/>
                </a:lnTo>
                <a:lnTo>
                  <a:pt x="1872851" y="6401"/>
                </a:lnTo>
                <a:lnTo>
                  <a:pt x="1876222" y="6425"/>
                </a:lnTo>
                <a:lnTo>
                  <a:pt x="1879574" y="6450"/>
                </a:lnTo>
                <a:lnTo>
                  <a:pt x="1882908" y="6474"/>
                </a:lnTo>
                <a:lnTo>
                  <a:pt x="1886224" y="6498"/>
                </a:lnTo>
                <a:lnTo>
                  <a:pt x="1889522" y="6522"/>
                </a:lnTo>
                <a:lnTo>
                  <a:pt x="1892803" y="6545"/>
                </a:lnTo>
                <a:lnTo>
                  <a:pt x="1896066" y="6569"/>
                </a:lnTo>
                <a:lnTo>
                  <a:pt x="1899312" y="6592"/>
                </a:lnTo>
                <a:lnTo>
                  <a:pt x="1902541" y="6615"/>
                </a:lnTo>
                <a:lnTo>
                  <a:pt x="1905752" y="6637"/>
                </a:lnTo>
                <a:lnTo>
                  <a:pt x="1908947" y="6660"/>
                </a:lnTo>
                <a:lnTo>
                  <a:pt x="1912126" y="6682"/>
                </a:lnTo>
                <a:lnTo>
                  <a:pt x="1915288" y="6705"/>
                </a:lnTo>
                <a:lnTo>
                  <a:pt x="1918434" y="6727"/>
                </a:lnTo>
                <a:lnTo>
                  <a:pt x="1921564" y="6748"/>
                </a:lnTo>
                <a:lnTo>
                  <a:pt x="1924678" y="6770"/>
                </a:lnTo>
                <a:lnTo>
                  <a:pt x="1927776" y="6792"/>
                </a:lnTo>
                <a:lnTo>
                  <a:pt x="1930859" y="6813"/>
                </a:lnTo>
                <a:lnTo>
                  <a:pt x="1933926" y="6834"/>
                </a:lnTo>
                <a:lnTo>
                  <a:pt x="1936978" y="6855"/>
                </a:lnTo>
                <a:lnTo>
                  <a:pt x="1940015" y="6876"/>
                </a:lnTo>
                <a:lnTo>
                  <a:pt x="1943037" y="6897"/>
                </a:lnTo>
                <a:lnTo>
                  <a:pt x="1946044" y="6918"/>
                </a:lnTo>
                <a:lnTo>
                  <a:pt x="1953622" y="6938"/>
                </a:lnTo>
                <a:lnTo>
                  <a:pt x="1963162" y="6959"/>
                </a:lnTo>
                <a:lnTo>
                  <a:pt x="1972703" y="6979"/>
                </a:lnTo>
                <a:lnTo>
                  <a:pt x="1982243" y="6999"/>
                </a:lnTo>
                <a:lnTo>
                  <a:pt x="1991784" y="7019"/>
                </a:lnTo>
                <a:lnTo>
                  <a:pt x="2001325" y="7039"/>
                </a:lnTo>
                <a:lnTo>
                  <a:pt x="2010865" y="7058"/>
                </a:lnTo>
                <a:lnTo>
                  <a:pt x="2020406" y="7078"/>
                </a:lnTo>
                <a:lnTo>
                  <a:pt x="2029946" y="7098"/>
                </a:lnTo>
                <a:lnTo>
                  <a:pt x="2039487" y="7117"/>
                </a:lnTo>
                <a:lnTo>
                  <a:pt x="2049027" y="7136"/>
                </a:lnTo>
                <a:lnTo>
                  <a:pt x="2058568" y="7155"/>
                </a:lnTo>
                <a:lnTo>
                  <a:pt x="2068108" y="7174"/>
                </a:lnTo>
                <a:lnTo>
                  <a:pt x="2077649" y="7193"/>
                </a:lnTo>
                <a:lnTo>
                  <a:pt x="2087189" y="7212"/>
                </a:lnTo>
                <a:lnTo>
                  <a:pt x="2096730" y="7231"/>
                </a:lnTo>
                <a:lnTo>
                  <a:pt x="2106270" y="7249"/>
                </a:lnTo>
                <a:lnTo>
                  <a:pt x="2115811" y="7268"/>
                </a:lnTo>
                <a:lnTo>
                  <a:pt x="2125351" y="7286"/>
                </a:lnTo>
                <a:lnTo>
                  <a:pt x="2134892" y="7304"/>
                </a:lnTo>
                <a:lnTo>
                  <a:pt x="2144432" y="7322"/>
                </a:lnTo>
                <a:lnTo>
                  <a:pt x="2153973" y="7340"/>
                </a:lnTo>
                <a:lnTo>
                  <a:pt x="2163513" y="7358"/>
                </a:lnTo>
                <a:lnTo>
                  <a:pt x="2173054" y="7376"/>
                </a:lnTo>
                <a:lnTo>
                  <a:pt x="2182595" y="7394"/>
                </a:lnTo>
                <a:lnTo>
                  <a:pt x="2192135" y="7412"/>
                </a:lnTo>
                <a:lnTo>
                  <a:pt x="2201676" y="7429"/>
                </a:lnTo>
                <a:lnTo>
                  <a:pt x="2211216" y="7447"/>
                </a:lnTo>
                <a:lnTo>
                  <a:pt x="2220757" y="7464"/>
                </a:lnTo>
                <a:lnTo>
                  <a:pt x="2230297" y="7481"/>
                </a:lnTo>
                <a:lnTo>
                  <a:pt x="2239838" y="7499"/>
                </a:lnTo>
                <a:lnTo>
                  <a:pt x="2249378" y="7516"/>
                </a:lnTo>
                <a:lnTo>
                  <a:pt x="2258919" y="7533"/>
                </a:lnTo>
                <a:lnTo>
                  <a:pt x="2268459" y="7550"/>
                </a:lnTo>
                <a:lnTo>
                  <a:pt x="2278000" y="7567"/>
                </a:lnTo>
                <a:lnTo>
                  <a:pt x="2287540" y="7583"/>
                </a:lnTo>
                <a:lnTo>
                  <a:pt x="2297081" y="7600"/>
                </a:lnTo>
                <a:lnTo>
                  <a:pt x="2306621" y="7617"/>
                </a:lnTo>
                <a:lnTo>
                  <a:pt x="2316162" y="7633"/>
                </a:lnTo>
                <a:lnTo>
                  <a:pt x="2325702" y="7649"/>
                </a:lnTo>
                <a:lnTo>
                  <a:pt x="2335243" y="7666"/>
                </a:lnTo>
                <a:lnTo>
                  <a:pt x="2344784" y="7682"/>
                </a:lnTo>
                <a:lnTo>
                  <a:pt x="2354324" y="7698"/>
                </a:lnTo>
                <a:lnTo>
                  <a:pt x="2363865" y="7714"/>
                </a:lnTo>
                <a:lnTo>
                  <a:pt x="2373405" y="7730"/>
                </a:lnTo>
                <a:lnTo>
                  <a:pt x="2382946" y="7746"/>
                </a:lnTo>
                <a:lnTo>
                  <a:pt x="2392486" y="7762"/>
                </a:lnTo>
                <a:lnTo>
                  <a:pt x="2402027" y="7778"/>
                </a:lnTo>
                <a:lnTo>
                  <a:pt x="2411567" y="7794"/>
                </a:lnTo>
                <a:lnTo>
                  <a:pt x="2421108" y="7809"/>
                </a:lnTo>
                <a:lnTo>
                  <a:pt x="2430648" y="7825"/>
                </a:lnTo>
                <a:lnTo>
                  <a:pt x="2440189" y="7840"/>
                </a:lnTo>
                <a:lnTo>
                  <a:pt x="2449729" y="7856"/>
                </a:lnTo>
                <a:lnTo>
                  <a:pt x="2459270" y="7871"/>
                </a:lnTo>
                <a:lnTo>
                  <a:pt x="2468810" y="7886"/>
                </a:lnTo>
                <a:lnTo>
                  <a:pt x="2478351" y="7901"/>
                </a:lnTo>
                <a:lnTo>
                  <a:pt x="2487891" y="7916"/>
                </a:lnTo>
                <a:lnTo>
                  <a:pt x="2497432" y="7932"/>
                </a:lnTo>
                <a:lnTo>
                  <a:pt x="2506973" y="7946"/>
                </a:lnTo>
                <a:lnTo>
                  <a:pt x="2516513" y="7961"/>
                </a:lnTo>
                <a:lnTo>
                  <a:pt x="2526054" y="7976"/>
                </a:lnTo>
                <a:lnTo>
                  <a:pt x="2535594" y="7991"/>
                </a:lnTo>
                <a:lnTo>
                  <a:pt x="2545135" y="8006"/>
                </a:lnTo>
                <a:lnTo>
                  <a:pt x="2554675" y="8020"/>
                </a:lnTo>
                <a:lnTo>
                  <a:pt x="2564216" y="8035"/>
                </a:lnTo>
                <a:lnTo>
                  <a:pt x="2573756" y="8049"/>
                </a:lnTo>
                <a:lnTo>
                  <a:pt x="2583297" y="8064"/>
                </a:lnTo>
                <a:lnTo>
                  <a:pt x="2592837" y="8078"/>
                </a:lnTo>
                <a:lnTo>
                  <a:pt x="2602378" y="8092"/>
                </a:lnTo>
                <a:lnTo>
                  <a:pt x="2611918" y="8106"/>
                </a:lnTo>
                <a:lnTo>
                  <a:pt x="2621459" y="8120"/>
                </a:lnTo>
                <a:lnTo>
                  <a:pt x="2630999" y="8135"/>
                </a:lnTo>
                <a:lnTo>
                  <a:pt x="2640540" y="8148"/>
                </a:lnTo>
                <a:lnTo>
                  <a:pt x="2650080" y="8162"/>
                </a:lnTo>
                <a:lnTo>
                  <a:pt x="2659621" y="8176"/>
                </a:lnTo>
                <a:lnTo>
                  <a:pt x="2669161" y="8190"/>
                </a:lnTo>
                <a:lnTo>
                  <a:pt x="2678702" y="8204"/>
                </a:lnTo>
                <a:lnTo>
                  <a:pt x="2688243" y="8217"/>
                </a:lnTo>
                <a:lnTo>
                  <a:pt x="2697783" y="8231"/>
                </a:lnTo>
                <a:lnTo>
                  <a:pt x="2707324" y="8245"/>
                </a:lnTo>
                <a:lnTo>
                  <a:pt x="2716864" y="8258"/>
                </a:lnTo>
                <a:lnTo>
                  <a:pt x="2726405" y="8272"/>
                </a:lnTo>
                <a:lnTo>
                  <a:pt x="2735945" y="8285"/>
                </a:lnTo>
                <a:lnTo>
                  <a:pt x="2745486" y="8298"/>
                </a:lnTo>
                <a:lnTo>
                  <a:pt x="2755026" y="8311"/>
                </a:lnTo>
                <a:lnTo>
                  <a:pt x="2764567" y="8325"/>
                </a:lnTo>
                <a:lnTo>
                  <a:pt x="2774107" y="8338"/>
                </a:lnTo>
                <a:lnTo>
                  <a:pt x="2783648" y="8351"/>
                </a:lnTo>
                <a:lnTo>
                  <a:pt x="2793188" y="8364"/>
                </a:lnTo>
                <a:lnTo>
                  <a:pt x="2802729" y="8377"/>
                </a:lnTo>
                <a:lnTo>
                  <a:pt x="2812269" y="8390"/>
                </a:lnTo>
                <a:lnTo>
                  <a:pt x="2821810" y="8403"/>
                </a:lnTo>
                <a:lnTo>
                  <a:pt x="2831350" y="8415"/>
                </a:lnTo>
                <a:lnTo>
                  <a:pt x="2840891" y="8428"/>
                </a:lnTo>
                <a:lnTo>
                  <a:pt x="2850432" y="8441"/>
                </a:lnTo>
                <a:lnTo>
                  <a:pt x="2859972" y="8453"/>
                </a:lnTo>
                <a:lnTo>
                  <a:pt x="2869513" y="8466"/>
                </a:lnTo>
                <a:lnTo>
                  <a:pt x="2879053" y="8478"/>
                </a:lnTo>
                <a:lnTo>
                  <a:pt x="2888594" y="8491"/>
                </a:lnTo>
                <a:lnTo>
                  <a:pt x="2898134" y="8503"/>
                </a:lnTo>
                <a:lnTo>
                  <a:pt x="2907675" y="8516"/>
                </a:lnTo>
                <a:lnTo>
                  <a:pt x="2917215" y="8528"/>
                </a:lnTo>
                <a:lnTo>
                  <a:pt x="2926756" y="8540"/>
                </a:lnTo>
                <a:lnTo>
                  <a:pt x="2936296" y="8552"/>
                </a:lnTo>
                <a:lnTo>
                  <a:pt x="2945837" y="8564"/>
                </a:lnTo>
                <a:lnTo>
                  <a:pt x="2955377" y="8576"/>
                </a:lnTo>
                <a:lnTo>
                  <a:pt x="2964918" y="8589"/>
                </a:lnTo>
                <a:lnTo>
                  <a:pt x="2974458" y="8601"/>
                </a:lnTo>
                <a:lnTo>
                  <a:pt x="2983999" y="8612"/>
                </a:lnTo>
                <a:lnTo>
                  <a:pt x="2993539" y="8624"/>
                </a:lnTo>
                <a:lnTo>
                  <a:pt x="3003080" y="8636"/>
                </a:lnTo>
                <a:lnTo>
                  <a:pt x="3012621" y="8648"/>
                </a:lnTo>
                <a:lnTo>
                  <a:pt x="3022161" y="8660"/>
                </a:lnTo>
                <a:lnTo>
                  <a:pt x="3031702" y="8671"/>
                </a:lnTo>
                <a:lnTo>
                  <a:pt x="3041242" y="8683"/>
                </a:lnTo>
                <a:lnTo>
                  <a:pt x="3050783" y="8695"/>
                </a:lnTo>
                <a:lnTo>
                  <a:pt x="3060323" y="8706"/>
                </a:lnTo>
                <a:lnTo>
                  <a:pt x="3069864" y="8718"/>
                </a:lnTo>
                <a:lnTo>
                  <a:pt x="3079404" y="8729"/>
                </a:lnTo>
                <a:lnTo>
                  <a:pt x="3088945" y="8741"/>
                </a:lnTo>
                <a:lnTo>
                  <a:pt x="3098485" y="8752"/>
                </a:lnTo>
                <a:lnTo>
                  <a:pt x="3108026" y="8763"/>
                </a:lnTo>
                <a:lnTo>
                  <a:pt x="3117566" y="8775"/>
                </a:lnTo>
                <a:lnTo>
                  <a:pt x="3127107" y="8786"/>
                </a:lnTo>
                <a:lnTo>
                  <a:pt x="3136647" y="8797"/>
                </a:lnTo>
                <a:lnTo>
                  <a:pt x="3146188" y="8808"/>
                </a:lnTo>
                <a:lnTo>
                  <a:pt x="3155728" y="8819"/>
                </a:lnTo>
                <a:lnTo>
                  <a:pt x="3165269" y="8830"/>
                </a:lnTo>
                <a:lnTo>
                  <a:pt x="3174809" y="8841"/>
                </a:lnTo>
                <a:lnTo>
                  <a:pt x="3184350" y="8852"/>
                </a:lnTo>
                <a:lnTo>
                  <a:pt x="3193891" y="8863"/>
                </a:lnTo>
                <a:lnTo>
                  <a:pt x="3203431" y="8874"/>
                </a:lnTo>
                <a:lnTo>
                  <a:pt x="3212972" y="8885"/>
                </a:lnTo>
                <a:lnTo>
                  <a:pt x="3222512" y="8896"/>
                </a:lnTo>
                <a:lnTo>
                  <a:pt x="3232053" y="8907"/>
                </a:lnTo>
                <a:lnTo>
                  <a:pt x="3241593" y="8918"/>
                </a:lnTo>
                <a:lnTo>
                  <a:pt x="3251134" y="8928"/>
                </a:lnTo>
                <a:lnTo>
                  <a:pt x="3260674" y="8939"/>
                </a:lnTo>
                <a:lnTo>
                  <a:pt x="3270215" y="8950"/>
                </a:lnTo>
                <a:lnTo>
                  <a:pt x="3279755" y="8960"/>
                </a:lnTo>
                <a:lnTo>
                  <a:pt x="3289296" y="8971"/>
                </a:lnTo>
                <a:lnTo>
                  <a:pt x="3298836" y="8981"/>
                </a:lnTo>
                <a:lnTo>
                  <a:pt x="3308377" y="8992"/>
                </a:lnTo>
                <a:lnTo>
                  <a:pt x="3317917" y="9002"/>
                </a:lnTo>
                <a:lnTo>
                  <a:pt x="3327458" y="9013"/>
                </a:lnTo>
                <a:lnTo>
                  <a:pt x="3336998" y="9023"/>
                </a:lnTo>
                <a:lnTo>
                  <a:pt x="3346539" y="9034"/>
                </a:lnTo>
                <a:lnTo>
                  <a:pt x="3356080" y="9044"/>
                </a:lnTo>
                <a:lnTo>
                  <a:pt x="3365620" y="9054"/>
                </a:lnTo>
                <a:lnTo>
                  <a:pt x="3375161" y="9065"/>
                </a:lnTo>
                <a:lnTo>
                  <a:pt x="3384701" y="9075"/>
                </a:lnTo>
                <a:lnTo>
                  <a:pt x="3394242" y="9085"/>
                </a:lnTo>
                <a:lnTo>
                  <a:pt x="3403782" y="9095"/>
                </a:lnTo>
                <a:lnTo>
                  <a:pt x="3413323" y="9106"/>
                </a:lnTo>
                <a:lnTo>
                  <a:pt x="3422863" y="9116"/>
                </a:lnTo>
                <a:lnTo>
                  <a:pt x="3432404" y="9126"/>
                </a:lnTo>
                <a:lnTo>
                  <a:pt x="3441944" y="9136"/>
                </a:lnTo>
                <a:lnTo>
                  <a:pt x="3451485" y="9146"/>
                </a:lnTo>
                <a:lnTo>
                  <a:pt x="3461025" y="9156"/>
                </a:lnTo>
                <a:lnTo>
                  <a:pt x="3470566" y="9166"/>
                </a:lnTo>
                <a:lnTo>
                  <a:pt x="3480106" y="9176"/>
                </a:lnTo>
                <a:lnTo>
                  <a:pt x="3489647" y="9186"/>
                </a:lnTo>
                <a:lnTo>
                  <a:pt x="3499187" y="9196"/>
                </a:lnTo>
                <a:lnTo>
                  <a:pt x="3508728" y="9206"/>
                </a:lnTo>
                <a:lnTo>
                  <a:pt x="3518268" y="9216"/>
                </a:lnTo>
                <a:lnTo>
                  <a:pt x="3527809" y="9226"/>
                </a:lnTo>
                <a:lnTo>
                  <a:pt x="3537350" y="9235"/>
                </a:lnTo>
                <a:lnTo>
                  <a:pt x="3546890" y="9245"/>
                </a:lnTo>
                <a:lnTo>
                  <a:pt x="3556431" y="9255"/>
                </a:lnTo>
                <a:lnTo>
                  <a:pt x="3565971" y="9265"/>
                </a:lnTo>
                <a:lnTo>
                  <a:pt x="3575512" y="9275"/>
                </a:lnTo>
                <a:lnTo>
                  <a:pt x="3585052" y="9284"/>
                </a:lnTo>
                <a:lnTo>
                  <a:pt x="3594593" y="9294"/>
                </a:lnTo>
                <a:lnTo>
                  <a:pt x="3604133" y="9304"/>
                </a:lnTo>
                <a:lnTo>
                  <a:pt x="3613674" y="9314"/>
                </a:lnTo>
                <a:lnTo>
                  <a:pt x="3623214" y="9323"/>
                </a:lnTo>
                <a:lnTo>
                  <a:pt x="3632755" y="9333"/>
                </a:lnTo>
                <a:lnTo>
                  <a:pt x="3642295" y="9343"/>
                </a:lnTo>
                <a:lnTo>
                  <a:pt x="3651836" y="9352"/>
                </a:lnTo>
                <a:lnTo>
                  <a:pt x="3661376" y="9362"/>
                </a:lnTo>
                <a:lnTo>
                  <a:pt x="3670917" y="9371"/>
                </a:lnTo>
                <a:lnTo>
                  <a:pt x="3680457" y="9381"/>
                </a:lnTo>
                <a:lnTo>
                  <a:pt x="3689998" y="9391"/>
                </a:lnTo>
                <a:lnTo>
                  <a:pt x="3699539" y="9400"/>
                </a:lnTo>
                <a:lnTo>
                  <a:pt x="3709079" y="9410"/>
                </a:lnTo>
                <a:lnTo>
                  <a:pt x="3718620" y="9419"/>
                </a:lnTo>
                <a:lnTo>
                  <a:pt x="3728160" y="9429"/>
                </a:lnTo>
                <a:lnTo>
                  <a:pt x="3737701" y="9438"/>
                </a:lnTo>
                <a:lnTo>
                  <a:pt x="3747241" y="9448"/>
                </a:lnTo>
                <a:lnTo>
                  <a:pt x="3756782" y="9457"/>
                </a:lnTo>
                <a:lnTo>
                  <a:pt x="3766322" y="9467"/>
                </a:lnTo>
                <a:lnTo>
                  <a:pt x="3775863" y="9476"/>
                </a:lnTo>
                <a:lnTo>
                  <a:pt x="3785403" y="9486"/>
                </a:lnTo>
                <a:lnTo>
                  <a:pt x="3794944" y="9495"/>
                </a:lnTo>
                <a:lnTo>
                  <a:pt x="3804484" y="9505"/>
                </a:lnTo>
                <a:lnTo>
                  <a:pt x="3814025" y="9514"/>
                </a:lnTo>
                <a:lnTo>
                  <a:pt x="3823565" y="9524"/>
                </a:lnTo>
                <a:lnTo>
                  <a:pt x="3833106" y="9533"/>
                </a:lnTo>
                <a:lnTo>
                  <a:pt x="3842646" y="9542"/>
                </a:lnTo>
                <a:lnTo>
                  <a:pt x="3852187" y="9552"/>
                </a:lnTo>
                <a:lnTo>
                  <a:pt x="3861728" y="9561"/>
                </a:lnTo>
                <a:lnTo>
                  <a:pt x="3871268" y="9571"/>
                </a:lnTo>
                <a:lnTo>
                  <a:pt x="3880809" y="9580"/>
                </a:lnTo>
                <a:lnTo>
                  <a:pt x="3890349" y="9590"/>
                </a:lnTo>
                <a:lnTo>
                  <a:pt x="3899890" y="9599"/>
                </a:lnTo>
                <a:lnTo>
                  <a:pt x="3909430" y="9609"/>
                </a:lnTo>
                <a:lnTo>
                  <a:pt x="3918971" y="9618"/>
                </a:lnTo>
                <a:lnTo>
                  <a:pt x="3928511" y="9628"/>
                </a:lnTo>
                <a:lnTo>
                  <a:pt x="3938052" y="9637"/>
                </a:lnTo>
                <a:lnTo>
                  <a:pt x="3947592" y="9646"/>
                </a:lnTo>
                <a:lnTo>
                  <a:pt x="3957133" y="9656"/>
                </a:lnTo>
                <a:lnTo>
                  <a:pt x="3966673" y="9665"/>
                </a:lnTo>
                <a:lnTo>
                  <a:pt x="3976214" y="9675"/>
                </a:lnTo>
                <a:lnTo>
                  <a:pt x="3985754" y="9684"/>
                </a:lnTo>
                <a:lnTo>
                  <a:pt x="3995295" y="9694"/>
                </a:lnTo>
                <a:lnTo>
                  <a:pt x="4004835" y="9703"/>
                </a:lnTo>
                <a:lnTo>
                  <a:pt x="4014376" y="9713"/>
                </a:lnTo>
                <a:lnTo>
                  <a:pt x="4023916" y="9723"/>
                </a:lnTo>
                <a:lnTo>
                  <a:pt x="4033457" y="9732"/>
                </a:lnTo>
                <a:lnTo>
                  <a:pt x="4042998" y="9742"/>
                </a:lnTo>
                <a:lnTo>
                  <a:pt x="4052538" y="9751"/>
                </a:lnTo>
                <a:lnTo>
                  <a:pt x="4062079" y="9761"/>
                </a:lnTo>
                <a:lnTo>
                  <a:pt x="4071619" y="9770"/>
                </a:lnTo>
                <a:lnTo>
                  <a:pt x="4081160" y="9780"/>
                </a:lnTo>
                <a:lnTo>
                  <a:pt x="4090700" y="9790"/>
                </a:lnTo>
                <a:lnTo>
                  <a:pt x="4100241" y="9799"/>
                </a:lnTo>
                <a:lnTo>
                  <a:pt x="4109781" y="9809"/>
                </a:lnTo>
                <a:lnTo>
                  <a:pt x="4119322" y="9819"/>
                </a:lnTo>
                <a:lnTo>
                  <a:pt x="4128862" y="9828"/>
                </a:lnTo>
                <a:lnTo>
                  <a:pt x="4138403" y="9838"/>
                </a:lnTo>
                <a:lnTo>
                  <a:pt x="4147943" y="9848"/>
                </a:lnTo>
                <a:lnTo>
                  <a:pt x="4157484" y="9858"/>
                </a:lnTo>
                <a:lnTo>
                  <a:pt x="4167024" y="9868"/>
                </a:lnTo>
                <a:lnTo>
                  <a:pt x="4176565" y="9877"/>
                </a:lnTo>
                <a:lnTo>
                  <a:pt x="4186105" y="9887"/>
                </a:lnTo>
                <a:lnTo>
                  <a:pt x="4195646" y="9897"/>
                </a:lnTo>
                <a:lnTo>
                  <a:pt x="4205187" y="9907"/>
                </a:lnTo>
                <a:lnTo>
                  <a:pt x="4214727" y="9917"/>
                </a:lnTo>
                <a:lnTo>
                  <a:pt x="4224268" y="9927"/>
                </a:lnTo>
                <a:lnTo>
                  <a:pt x="4233808" y="9937"/>
                </a:lnTo>
                <a:lnTo>
                  <a:pt x="4243349" y="9947"/>
                </a:lnTo>
                <a:lnTo>
                  <a:pt x="4252889" y="9957"/>
                </a:lnTo>
                <a:lnTo>
                  <a:pt x="4262430" y="9968"/>
                </a:lnTo>
                <a:lnTo>
                  <a:pt x="4271970" y="9978"/>
                </a:lnTo>
                <a:lnTo>
                  <a:pt x="4281511" y="9988"/>
                </a:lnTo>
                <a:lnTo>
                  <a:pt x="4291051" y="9998"/>
                </a:lnTo>
                <a:lnTo>
                  <a:pt x="4300592" y="10009"/>
                </a:lnTo>
                <a:lnTo>
                  <a:pt x="4310132" y="10019"/>
                </a:lnTo>
                <a:lnTo>
                  <a:pt x="4319673" y="10030"/>
                </a:lnTo>
                <a:lnTo>
                  <a:pt x="4329213" y="10040"/>
                </a:lnTo>
                <a:lnTo>
                  <a:pt x="4338754" y="10051"/>
                </a:lnTo>
                <a:lnTo>
                  <a:pt x="4348294" y="10061"/>
                </a:lnTo>
                <a:lnTo>
                  <a:pt x="4357835" y="10072"/>
                </a:lnTo>
                <a:lnTo>
                  <a:pt x="4367376" y="10083"/>
                </a:lnTo>
                <a:lnTo>
                  <a:pt x="4376916" y="10093"/>
                </a:lnTo>
                <a:lnTo>
                  <a:pt x="4386457" y="10104"/>
                </a:lnTo>
                <a:lnTo>
                  <a:pt x="4395997" y="10115"/>
                </a:lnTo>
                <a:lnTo>
                  <a:pt x="4405538" y="10126"/>
                </a:lnTo>
                <a:lnTo>
                  <a:pt x="4415078" y="10137"/>
                </a:lnTo>
                <a:lnTo>
                  <a:pt x="4424619" y="10149"/>
                </a:lnTo>
                <a:lnTo>
                  <a:pt x="4434159" y="10160"/>
                </a:lnTo>
                <a:lnTo>
                  <a:pt x="4443700" y="10171"/>
                </a:lnTo>
                <a:lnTo>
                  <a:pt x="4453240" y="10183"/>
                </a:lnTo>
                <a:lnTo>
                  <a:pt x="4462781" y="10194"/>
                </a:lnTo>
                <a:lnTo>
                  <a:pt x="4472321" y="10206"/>
                </a:lnTo>
                <a:lnTo>
                  <a:pt x="4481862" y="10217"/>
                </a:lnTo>
                <a:lnTo>
                  <a:pt x="4491402" y="10229"/>
                </a:lnTo>
                <a:lnTo>
                  <a:pt x="4500943" y="10241"/>
                </a:lnTo>
                <a:lnTo>
                  <a:pt x="4510483" y="10253"/>
                </a:lnTo>
                <a:lnTo>
                  <a:pt x="4520024" y="10265"/>
                </a:lnTo>
                <a:lnTo>
                  <a:pt x="4529564" y="10278"/>
                </a:lnTo>
                <a:lnTo>
                  <a:pt x="4539105" y="10290"/>
                </a:lnTo>
                <a:lnTo>
                  <a:pt x="4548646" y="10303"/>
                </a:lnTo>
                <a:lnTo>
                  <a:pt x="4558186" y="10316"/>
                </a:lnTo>
                <a:lnTo>
                  <a:pt x="4567727" y="10328"/>
                </a:lnTo>
                <a:lnTo>
                  <a:pt x="4577267" y="10341"/>
                </a:lnTo>
                <a:lnTo>
                  <a:pt x="4586808" y="10355"/>
                </a:lnTo>
                <a:lnTo>
                  <a:pt x="4596348" y="10368"/>
                </a:lnTo>
                <a:lnTo>
                  <a:pt x="4605889" y="10382"/>
                </a:lnTo>
                <a:lnTo>
                  <a:pt x="4615429" y="10395"/>
                </a:lnTo>
                <a:lnTo>
                  <a:pt x="4624970" y="10409"/>
                </a:lnTo>
                <a:lnTo>
                  <a:pt x="4634510" y="10424"/>
                </a:lnTo>
                <a:lnTo>
                  <a:pt x="4644051" y="10438"/>
                </a:lnTo>
                <a:lnTo>
                  <a:pt x="4653591" y="10453"/>
                </a:lnTo>
                <a:lnTo>
                  <a:pt x="4663132" y="10468"/>
                </a:lnTo>
                <a:lnTo>
                  <a:pt x="4672672" y="10483"/>
                </a:lnTo>
                <a:lnTo>
                  <a:pt x="4682213" y="10498"/>
                </a:lnTo>
                <a:lnTo>
                  <a:pt x="4691753" y="10514"/>
                </a:lnTo>
                <a:lnTo>
                  <a:pt x="4701294" y="10530"/>
                </a:lnTo>
                <a:lnTo>
                  <a:pt x="4710835" y="10547"/>
                </a:lnTo>
                <a:lnTo>
                  <a:pt x="4720375" y="10563"/>
                </a:lnTo>
                <a:lnTo>
                  <a:pt x="4729916" y="10581"/>
                </a:lnTo>
                <a:lnTo>
                  <a:pt x="4739456" y="10598"/>
                </a:lnTo>
                <a:lnTo>
                  <a:pt x="4748997" y="10616"/>
                </a:lnTo>
                <a:lnTo>
                  <a:pt x="4758537" y="10635"/>
                </a:lnTo>
                <a:lnTo>
                  <a:pt x="4768078" y="10653"/>
                </a:lnTo>
                <a:lnTo>
                  <a:pt x="4777618" y="10673"/>
                </a:lnTo>
                <a:lnTo>
                  <a:pt x="4787159" y="10693"/>
                </a:lnTo>
                <a:lnTo>
                  <a:pt x="4796699" y="10713"/>
                </a:lnTo>
                <a:lnTo>
                  <a:pt x="4806240" y="10734"/>
                </a:lnTo>
                <a:lnTo>
                  <a:pt x="4815780" y="10756"/>
                </a:lnTo>
                <a:lnTo>
                  <a:pt x="4825321" y="10778"/>
                </a:lnTo>
                <a:lnTo>
                  <a:pt x="4834861" y="10801"/>
                </a:lnTo>
                <a:lnTo>
                  <a:pt x="4844402" y="10825"/>
                </a:lnTo>
                <a:lnTo>
                  <a:pt x="4853942" y="10849"/>
                </a:lnTo>
                <a:lnTo>
                  <a:pt x="4863483" y="10875"/>
                </a:lnTo>
                <a:lnTo>
                  <a:pt x="4873024" y="10901"/>
                </a:lnTo>
              </a:path>
            </a:pathLst>
          </a:custGeom>
          <a:noFill/>
          <a:ln w="19050">
            <a:solidFill>
              <a:srgbClr val="1BAF7A"/>
            </a:solidFill>
            <a:prstDash val="dash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(b) n_i curve"/>
          <p:cNvSpPr/>
          <p:nvPr/>
        </p:nvSpPr>
        <p:spPr>
          <a:xfrm>
            <a:off x="4346046" y="2026138"/>
            <a:ext cx="7312554" cy="243863"/>
          </a:xfrm>
          <a:custGeom>
            <a:avLst/>
            <a:gdLst/>
            <a:ahLst/>
            <a:cxnLst/>
            <a:rect l="l" t="t" r="r" b="b"/>
            <a:pathLst>
              <a:path w="7312554" h="243863">
                <a:moveTo>
                  <a:pt x="0" y="243863"/>
                </a:moveTo>
                <a:lnTo>
                  <a:pt x="5292" y="242641"/>
                </a:lnTo>
                <a:lnTo>
                  <a:pt x="10584" y="241658"/>
                </a:lnTo>
                <a:lnTo>
                  <a:pt x="15877" y="240817"/>
                </a:lnTo>
                <a:lnTo>
                  <a:pt x="21169" y="240060"/>
                </a:lnTo>
                <a:lnTo>
                  <a:pt x="26462" y="239354"/>
                </a:lnTo>
                <a:lnTo>
                  <a:pt x="31754" y="238678"/>
                </a:lnTo>
                <a:lnTo>
                  <a:pt x="37046" y="238018"/>
                </a:lnTo>
                <a:lnTo>
                  <a:pt x="42339" y="237367"/>
                </a:lnTo>
                <a:lnTo>
                  <a:pt x="47631" y="236720"/>
                </a:lnTo>
                <a:lnTo>
                  <a:pt x="52923" y="236074"/>
                </a:lnTo>
                <a:lnTo>
                  <a:pt x="58216" y="235427"/>
                </a:lnTo>
                <a:lnTo>
                  <a:pt x="63508" y="234778"/>
                </a:lnTo>
                <a:lnTo>
                  <a:pt x="68801" y="234126"/>
                </a:lnTo>
                <a:lnTo>
                  <a:pt x="74093" y="233471"/>
                </a:lnTo>
                <a:lnTo>
                  <a:pt x="79385" y="232812"/>
                </a:lnTo>
                <a:lnTo>
                  <a:pt x="84678" y="232150"/>
                </a:lnTo>
                <a:lnTo>
                  <a:pt x="89970" y="231484"/>
                </a:lnTo>
                <a:lnTo>
                  <a:pt x="95263" y="230816"/>
                </a:lnTo>
                <a:lnTo>
                  <a:pt x="100555" y="230143"/>
                </a:lnTo>
                <a:lnTo>
                  <a:pt x="105847" y="229468"/>
                </a:lnTo>
                <a:lnTo>
                  <a:pt x="111140" y="228790"/>
                </a:lnTo>
                <a:lnTo>
                  <a:pt x="116432" y="228109"/>
                </a:lnTo>
                <a:lnTo>
                  <a:pt x="121724" y="227426"/>
                </a:lnTo>
                <a:lnTo>
                  <a:pt x="127017" y="226740"/>
                </a:lnTo>
                <a:lnTo>
                  <a:pt x="132309" y="226052"/>
                </a:lnTo>
                <a:lnTo>
                  <a:pt x="137602" y="225362"/>
                </a:lnTo>
                <a:lnTo>
                  <a:pt x="142894" y="224670"/>
                </a:lnTo>
                <a:lnTo>
                  <a:pt x="148186" y="223977"/>
                </a:lnTo>
                <a:lnTo>
                  <a:pt x="153479" y="223282"/>
                </a:lnTo>
                <a:lnTo>
                  <a:pt x="158771" y="222587"/>
                </a:lnTo>
                <a:lnTo>
                  <a:pt x="164063" y="221890"/>
                </a:lnTo>
                <a:lnTo>
                  <a:pt x="169356" y="221192"/>
                </a:lnTo>
                <a:lnTo>
                  <a:pt x="174648" y="220495"/>
                </a:lnTo>
                <a:lnTo>
                  <a:pt x="179941" y="219796"/>
                </a:lnTo>
                <a:lnTo>
                  <a:pt x="185233" y="219098"/>
                </a:lnTo>
                <a:lnTo>
                  <a:pt x="190525" y="218400"/>
                </a:lnTo>
                <a:lnTo>
                  <a:pt x="195818" y="217702"/>
                </a:lnTo>
                <a:lnTo>
                  <a:pt x="201110" y="217004"/>
                </a:lnTo>
                <a:lnTo>
                  <a:pt x="206402" y="216308"/>
                </a:lnTo>
                <a:lnTo>
                  <a:pt x="211695" y="215612"/>
                </a:lnTo>
                <a:lnTo>
                  <a:pt x="216987" y="214917"/>
                </a:lnTo>
                <a:lnTo>
                  <a:pt x="222280" y="214223"/>
                </a:lnTo>
                <a:lnTo>
                  <a:pt x="227572" y="213531"/>
                </a:lnTo>
                <a:lnTo>
                  <a:pt x="232864" y="212840"/>
                </a:lnTo>
                <a:lnTo>
                  <a:pt x="238157" y="212151"/>
                </a:lnTo>
                <a:lnTo>
                  <a:pt x="243449" y="211464"/>
                </a:lnTo>
                <a:lnTo>
                  <a:pt x="248742" y="210779"/>
                </a:lnTo>
                <a:lnTo>
                  <a:pt x="254034" y="210096"/>
                </a:lnTo>
                <a:lnTo>
                  <a:pt x="259326" y="209416"/>
                </a:lnTo>
                <a:lnTo>
                  <a:pt x="264619" y="208738"/>
                </a:lnTo>
                <a:lnTo>
                  <a:pt x="269911" y="208062"/>
                </a:lnTo>
                <a:lnTo>
                  <a:pt x="275203" y="207390"/>
                </a:lnTo>
                <a:lnTo>
                  <a:pt x="280496" y="206720"/>
                </a:lnTo>
                <a:lnTo>
                  <a:pt x="285788" y="206053"/>
                </a:lnTo>
                <a:lnTo>
                  <a:pt x="291081" y="205390"/>
                </a:lnTo>
                <a:lnTo>
                  <a:pt x="296373" y="204729"/>
                </a:lnTo>
                <a:lnTo>
                  <a:pt x="301665" y="204072"/>
                </a:lnTo>
                <a:lnTo>
                  <a:pt x="306958" y="203418"/>
                </a:lnTo>
                <a:lnTo>
                  <a:pt x="312250" y="202768"/>
                </a:lnTo>
                <a:lnTo>
                  <a:pt x="317542" y="202122"/>
                </a:lnTo>
                <a:lnTo>
                  <a:pt x="322835" y="201479"/>
                </a:lnTo>
                <a:lnTo>
                  <a:pt x="328127" y="200840"/>
                </a:lnTo>
                <a:lnTo>
                  <a:pt x="333420" y="200204"/>
                </a:lnTo>
                <a:lnTo>
                  <a:pt x="338712" y="199573"/>
                </a:lnTo>
                <a:lnTo>
                  <a:pt x="344004" y="198946"/>
                </a:lnTo>
                <a:lnTo>
                  <a:pt x="349297" y="198322"/>
                </a:lnTo>
                <a:lnTo>
                  <a:pt x="354589" y="197703"/>
                </a:lnTo>
                <a:lnTo>
                  <a:pt x="359881" y="197088"/>
                </a:lnTo>
                <a:lnTo>
                  <a:pt x="365174" y="196477"/>
                </a:lnTo>
                <a:lnTo>
                  <a:pt x="370466" y="195870"/>
                </a:lnTo>
                <a:lnTo>
                  <a:pt x="375759" y="195267"/>
                </a:lnTo>
                <a:lnTo>
                  <a:pt x="388990" y="193780"/>
                </a:lnTo>
                <a:lnTo>
                  <a:pt x="410159" y="191462"/>
                </a:lnTo>
                <a:lnTo>
                  <a:pt x="431329" y="189212"/>
                </a:lnTo>
                <a:lnTo>
                  <a:pt x="452498" y="187032"/>
                </a:lnTo>
                <a:lnTo>
                  <a:pt x="473668" y="184920"/>
                </a:lnTo>
                <a:lnTo>
                  <a:pt x="494837" y="182876"/>
                </a:lnTo>
                <a:lnTo>
                  <a:pt x="516007" y="180899"/>
                </a:lnTo>
                <a:lnTo>
                  <a:pt x="537176" y="178987"/>
                </a:lnTo>
                <a:lnTo>
                  <a:pt x="558346" y="177137"/>
                </a:lnTo>
                <a:lnTo>
                  <a:pt x="579515" y="175347"/>
                </a:lnTo>
                <a:lnTo>
                  <a:pt x="600685" y="173614"/>
                </a:lnTo>
                <a:lnTo>
                  <a:pt x="621854" y="171937"/>
                </a:lnTo>
                <a:lnTo>
                  <a:pt x="643024" y="170313"/>
                </a:lnTo>
                <a:lnTo>
                  <a:pt x="664193" y="168738"/>
                </a:lnTo>
                <a:lnTo>
                  <a:pt x="685363" y="167212"/>
                </a:lnTo>
                <a:lnTo>
                  <a:pt x="706532" y="165732"/>
                </a:lnTo>
                <a:lnTo>
                  <a:pt x="727702" y="164294"/>
                </a:lnTo>
                <a:lnTo>
                  <a:pt x="748871" y="162899"/>
                </a:lnTo>
                <a:lnTo>
                  <a:pt x="770041" y="161542"/>
                </a:lnTo>
                <a:lnTo>
                  <a:pt x="791210" y="160223"/>
                </a:lnTo>
                <a:lnTo>
                  <a:pt x="809869" y="158940"/>
                </a:lnTo>
                <a:lnTo>
                  <a:pt x="825600" y="157691"/>
                </a:lnTo>
                <a:lnTo>
                  <a:pt x="840937" y="156474"/>
                </a:lnTo>
                <a:lnTo>
                  <a:pt x="855900" y="155289"/>
                </a:lnTo>
                <a:lnTo>
                  <a:pt x="870507" y="154132"/>
                </a:lnTo>
                <a:lnTo>
                  <a:pt x="884774" y="153004"/>
                </a:lnTo>
                <a:lnTo>
                  <a:pt x="898716" y="151902"/>
                </a:lnTo>
                <a:lnTo>
                  <a:pt x="912349" y="150826"/>
                </a:lnTo>
                <a:lnTo>
                  <a:pt x="925686" y="149774"/>
                </a:lnTo>
                <a:lnTo>
                  <a:pt x="938739" y="148746"/>
                </a:lnTo>
                <a:lnTo>
                  <a:pt x="970205" y="146259"/>
                </a:lnTo>
                <a:lnTo>
                  <a:pt x="1017417" y="142568"/>
                </a:lnTo>
                <a:lnTo>
                  <a:pt x="1061254" y="139152"/>
                </a:lnTo>
                <a:lnTo>
                  <a:pt x="1102166" y="135975"/>
                </a:lnTo>
                <a:lnTo>
                  <a:pt x="1140519" y="133006"/>
                </a:lnTo>
                <a:lnTo>
                  <a:pt x="1176615" y="130220"/>
                </a:lnTo>
                <a:lnTo>
                  <a:pt x="1210705" y="127595"/>
                </a:lnTo>
                <a:lnTo>
                  <a:pt x="1243000" y="125114"/>
                </a:lnTo>
                <a:lnTo>
                  <a:pt x="1273679" y="122762"/>
                </a:lnTo>
                <a:lnTo>
                  <a:pt x="1302897" y="120528"/>
                </a:lnTo>
                <a:lnTo>
                  <a:pt x="1330786" y="118399"/>
                </a:lnTo>
                <a:lnTo>
                  <a:pt x="1357462" y="116366"/>
                </a:lnTo>
                <a:lnTo>
                  <a:pt x="1383026" y="114423"/>
                </a:lnTo>
                <a:lnTo>
                  <a:pt x="1407568" y="112560"/>
                </a:lnTo>
                <a:lnTo>
                  <a:pt x="1431165" y="110772"/>
                </a:lnTo>
                <a:lnTo>
                  <a:pt x="1453888" y="109053"/>
                </a:lnTo>
                <a:lnTo>
                  <a:pt x="1475800" y="107399"/>
                </a:lnTo>
                <a:lnTo>
                  <a:pt x="1496955" y="105805"/>
                </a:lnTo>
                <a:lnTo>
                  <a:pt x="1517406" y="104267"/>
                </a:lnTo>
                <a:lnTo>
                  <a:pt x="1537196" y="102780"/>
                </a:lnTo>
                <a:lnTo>
                  <a:pt x="1584048" y="99244"/>
                </a:lnTo>
                <a:lnTo>
                  <a:pt x="1652280" y="94179"/>
                </a:lnTo>
                <a:lnTo>
                  <a:pt x="1713677" y="89655"/>
                </a:lnTo>
                <a:lnTo>
                  <a:pt x="1769484" y="85577"/>
                </a:lnTo>
                <a:lnTo>
                  <a:pt x="1820635" y="81870"/>
                </a:lnTo>
                <a:lnTo>
                  <a:pt x="1867847" y="78480"/>
                </a:lnTo>
                <a:lnTo>
                  <a:pt x="1911684" y="75362"/>
                </a:lnTo>
                <a:lnTo>
                  <a:pt x="1952596" y="72480"/>
                </a:lnTo>
                <a:lnTo>
                  <a:pt x="1990949" y="69805"/>
                </a:lnTo>
                <a:lnTo>
                  <a:pt x="2027045" y="67314"/>
                </a:lnTo>
                <a:lnTo>
                  <a:pt x="2061135" y="64986"/>
                </a:lnTo>
                <a:lnTo>
                  <a:pt x="2093430" y="62804"/>
                </a:lnTo>
                <a:lnTo>
                  <a:pt x="2124109" y="60753"/>
                </a:lnTo>
                <a:lnTo>
                  <a:pt x="2153326" y="58821"/>
                </a:lnTo>
                <a:lnTo>
                  <a:pt x="2181216" y="56998"/>
                </a:lnTo>
                <a:lnTo>
                  <a:pt x="2207892" y="55273"/>
                </a:lnTo>
                <a:lnTo>
                  <a:pt x="2233456" y="53639"/>
                </a:lnTo>
                <a:lnTo>
                  <a:pt x="2257998" y="52088"/>
                </a:lnTo>
                <a:lnTo>
                  <a:pt x="2281595" y="50613"/>
                </a:lnTo>
                <a:lnTo>
                  <a:pt x="2304318" y="49209"/>
                </a:lnTo>
                <a:lnTo>
                  <a:pt x="2326230" y="47871"/>
                </a:lnTo>
                <a:lnTo>
                  <a:pt x="2347385" y="46593"/>
                </a:lnTo>
                <a:lnTo>
                  <a:pt x="2367836" y="45373"/>
                </a:lnTo>
                <a:lnTo>
                  <a:pt x="2387626" y="44205"/>
                </a:lnTo>
                <a:lnTo>
                  <a:pt x="2406798" y="43087"/>
                </a:lnTo>
                <a:lnTo>
                  <a:pt x="2425389" y="42014"/>
                </a:lnTo>
                <a:lnTo>
                  <a:pt x="2443434" y="40986"/>
                </a:lnTo>
                <a:lnTo>
                  <a:pt x="2460962" y="39998"/>
                </a:lnTo>
                <a:lnTo>
                  <a:pt x="2478004" y="39049"/>
                </a:lnTo>
                <a:lnTo>
                  <a:pt x="2494584" y="38136"/>
                </a:lnTo>
                <a:lnTo>
                  <a:pt x="2510729" y="37257"/>
                </a:lnTo>
                <a:lnTo>
                  <a:pt x="2526459" y="36410"/>
                </a:lnTo>
                <a:lnTo>
                  <a:pt x="2541797" y="35594"/>
                </a:lnTo>
                <a:lnTo>
                  <a:pt x="2556760" y="34807"/>
                </a:lnTo>
                <a:lnTo>
                  <a:pt x="2571366" y="34048"/>
                </a:lnTo>
                <a:lnTo>
                  <a:pt x="2585633" y="33314"/>
                </a:lnTo>
                <a:lnTo>
                  <a:pt x="2599576" y="32605"/>
                </a:lnTo>
                <a:lnTo>
                  <a:pt x="2613209" y="31920"/>
                </a:lnTo>
                <a:lnTo>
                  <a:pt x="2626546" y="31258"/>
                </a:lnTo>
                <a:lnTo>
                  <a:pt x="2639598" y="30616"/>
                </a:lnTo>
                <a:lnTo>
                  <a:pt x="2652379" y="29995"/>
                </a:lnTo>
                <a:lnTo>
                  <a:pt x="2664899" y="29394"/>
                </a:lnTo>
                <a:lnTo>
                  <a:pt x="2677169" y="28811"/>
                </a:lnTo>
                <a:lnTo>
                  <a:pt x="2689198" y="28246"/>
                </a:lnTo>
                <a:lnTo>
                  <a:pt x="2700995" y="27698"/>
                </a:lnTo>
                <a:lnTo>
                  <a:pt x="2712570" y="27167"/>
                </a:lnTo>
                <a:lnTo>
                  <a:pt x="2723931" y="26651"/>
                </a:lnTo>
                <a:lnTo>
                  <a:pt x="2735085" y="26150"/>
                </a:lnTo>
                <a:lnTo>
                  <a:pt x="2746040" y="25663"/>
                </a:lnTo>
                <a:lnTo>
                  <a:pt x="2756802" y="25190"/>
                </a:lnTo>
                <a:lnTo>
                  <a:pt x="2767379" y="24730"/>
                </a:lnTo>
                <a:lnTo>
                  <a:pt x="2777777" y="24284"/>
                </a:lnTo>
                <a:lnTo>
                  <a:pt x="2788002" y="23849"/>
                </a:lnTo>
                <a:lnTo>
                  <a:pt x="2798059" y="23426"/>
                </a:lnTo>
                <a:lnTo>
                  <a:pt x="2807953" y="23015"/>
                </a:lnTo>
                <a:lnTo>
                  <a:pt x="2817691" y="22614"/>
                </a:lnTo>
                <a:lnTo>
                  <a:pt x="2827276" y="22224"/>
                </a:lnTo>
                <a:lnTo>
                  <a:pt x="2836714" y="21844"/>
                </a:lnTo>
                <a:lnTo>
                  <a:pt x="2846009" y="21474"/>
                </a:lnTo>
                <a:lnTo>
                  <a:pt x="2855165" y="21113"/>
                </a:lnTo>
                <a:lnTo>
                  <a:pt x="2864187" y="20761"/>
                </a:lnTo>
                <a:lnTo>
                  <a:pt x="2873078" y="20418"/>
                </a:lnTo>
                <a:lnTo>
                  <a:pt x="2881842" y="20084"/>
                </a:lnTo>
                <a:lnTo>
                  <a:pt x="2890482" y="19758"/>
                </a:lnTo>
                <a:lnTo>
                  <a:pt x="2899002" y="19440"/>
                </a:lnTo>
                <a:lnTo>
                  <a:pt x="2907406" y="19129"/>
                </a:lnTo>
                <a:lnTo>
                  <a:pt x="2915696" y="18826"/>
                </a:lnTo>
                <a:lnTo>
                  <a:pt x="2923876" y="18530"/>
                </a:lnTo>
                <a:lnTo>
                  <a:pt x="2931947" y="18241"/>
                </a:lnTo>
                <a:lnTo>
                  <a:pt x="2939914" y="17959"/>
                </a:lnTo>
                <a:lnTo>
                  <a:pt x="2947779" y="17683"/>
                </a:lnTo>
                <a:lnTo>
                  <a:pt x="2955545" y="17414"/>
                </a:lnTo>
                <a:lnTo>
                  <a:pt x="2963213" y="17151"/>
                </a:lnTo>
                <a:lnTo>
                  <a:pt x="2970787" y="16893"/>
                </a:lnTo>
                <a:lnTo>
                  <a:pt x="2978268" y="16642"/>
                </a:lnTo>
                <a:lnTo>
                  <a:pt x="2985659" y="16396"/>
                </a:lnTo>
                <a:lnTo>
                  <a:pt x="2992962" y="16155"/>
                </a:lnTo>
                <a:lnTo>
                  <a:pt x="3000179" y="15920"/>
                </a:lnTo>
                <a:lnTo>
                  <a:pt x="3007313" y="15690"/>
                </a:lnTo>
                <a:lnTo>
                  <a:pt x="3014364" y="15465"/>
                </a:lnTo>
                <a:lnTo>
                  <a:pt x="3021335" y="15244"/>
                </a:lnTo>
                <a:lnTo>
                  <a:pt x="3028228" y="15029"/>
                </a:lnTo>
                <a:lnTo>
                  <a:pt x="3035044" y="14818"/>
                </a:lnTo>
                <a:lnTo>
                  <a:pt x="3041786" y="14611"/>
                </a:lnTo>
                <a:lnTo>
                  <a:pt x="3048454" y="14409"/>
                </a:lnTo>
                <a:lnTo>
                  <a:pt x="3055050" y="14210"/>
                </a:lnTo>
                <a:lnTo>
                  <a:pt x="3061576" y="14016"/>
                </a:lnTo>
                <a:lnTo>
                  <a:pt x="3068034" y="13826"/>
                </a:lnTo>
                <a:lnTo>
                  <a:pt x="3074424" y="13640"/>
                </a:lnTo>
                <a:lnTo>
                  <a:pt x="3080748" y="13457"/>
                </a:lnTo>
                <a:lnTo>
                  <a:pt x="3087008" y="13278"/>
                </a:lnTo>
                <a:lnTo>
                  <a:pt x="3093205" y="13103"/>
                </a:lnTo>
                <a:lnTo>
                  <a:pt x="3099339" y="12931"/>
                </a:lnTo>
                <a:lnTo>
                  <a:pt x="3105413" y="12763"/>
                </a:lnTo>
                <a:lnTo>
                  <a:pt x="3111427" y="12598"/>
                </a:lnTo>
                <a:lnTo>
                  <a:pt x="3117383" y="12436"/>
                </a:lnTo>
                <a:lnTo>
                  <a:pt x="3123282" y="12277"/>
                </a:lnTo>
                <a:lnTo>
                  <a:pt x="3129124" y="12121"/>
                </a:lnTo>
                <a:lnTo>
                  <a:pt x="3134912" y="11968"/>
                </a:lnTo>
                <a:lnTo>
                  <a:pt x="3140645" y="11818"/>
                </a:lnTo>
                <a:lnTo>
                  <a:pt x="3146325" y="11671"/>
                </a:lnTo>
                <a:lnTo>
                  <a:pt x="3151953" y="11527"/>
                </a:lnTo>
                <a:lnTo>
                  <a:pt x="3157530" y="11385"/>
                </a:lnTo>
                <a:lnTo>
                  <a:pt x="3163057" y="11246"/>
                </a:lnTo>
                <a:lnTo>
                  <a:pt x="3168534" y="11110"/>
                </a:lnTo>
                <a:lnTo>
                  <a:pt x="3173963" y="10976"/>
                </a:lnTo>
                <a:lnTo>
                  <a:pt x="3179344" y="10844"/>
                </a:lnTo>
                <a:lnTo>
                  <a:pt x="3184679" y="10715"/>
                </a:lnTo>
                <a:lnTo>
                  <a:pt x="3189967" y="10589"/>
                </a:lnTo>
                <a:lnTo>
                  <a:pt x="3195210" y="10464"/>
                </a:lnTo>
                <a:lnTo>
                  <a:pt x="3200409" y="10342"/>
                </a:lnTo>
                <a:lnTo>
                  <a:pt x="3205564" y="10222"/>
                </a:lnTo>
                <a:lnTo>
                  <a:pt x="3210676" y="10104"/>
                </a:lnTo>
                <a:lnTo>
                  <a:pt x="3215746" y="9988"/>
                </a:lnTo>
                <a:lnTo>
                  <a:pt x="3220775" y="9874"/>
                </a:lnTo>
                <a:lnTo>
                  <a:pt x="3225762" y="9762"/>
                </a:lnTo>
                <a:lnTo>
                  <a:pt x="3230709" y="9652"/>
                </a:lnTo>
                <a:lnTo>
                  <a:pt x="3235617" y="9544"/>
                </a:lnTo>
                <a:lnTo>
                  <a:pt x="3240486" y="9437"/>
                </a:lnTo>
                <a:lnTo>
                  <a:pt x="3245316" y="9333"/>
                </a:lnTo>
                <a:lnTo>
                  <a:pt x="3250109" y="9230"/>
                </a:lnTo>
                <a:lnTo>
                  <a:pt x="3254864" y="9129"/>
                </a:lnTo>
                <a:lnTo>
                  <a:pt x="3259583" y="9030"/>
                </a:lnTo>
                <a:lnTo>
                  <a:pt x="3264266" y="8933"/>
                </a:lnTo>
                <a:lnTo>
                  <a:pt x="3268914" y="8837"/>
                </a:lnTo>
                <a:lnTo>
                  <a:pt x="3273526" y="8742"/>
                </a:lnTo>
                <a:lnTo>
                  <a:pt x="3278104" y="8649"/>
                </a:lnTo>
                <a:lnTo>
                  <a:pt x="3282648" y="8558"/>
                </a:lnTo>
                <a:lnTo>
                  <a:pt x="3287159" y="8468"/>
                </a:lnTo>
                <a:lnTo>
                  <a:pt x="3291637" y="8380"/>
                </a:lnTo>
                <a:lnTo>
                  <a:pt x="3296082" y="8293"/>
                </a:lnTo>
                <a:lnTo>
                  <a:pt x="3300495" y="8207"/>
                </a:lnTo>
                <a:lnTo>
                  <a:pt x="3304877" y="8123"/>
                </a:lnTo>
                <a:lnTo>
                  <a:pt x="3309228" y="8040"/>
                </a:lnTo>
                <a:lnTo>
                  <a:pt x="3313548" y="7959"/>
                </a:lnTo>
                <a:lnTo>
                  <a:pt x="3317838" y="7878"/>
                </a:lnTo>
                <a:lnTo>
                  <a:pt x="3322098" y="7799"/>
                </a:lnTo>
                <a:lnTo>
                  <a:pt x="3326329" y="7722"/>
                </a:lnTo>
                <a:lnTo>
                  <a:pt x="3330531" y="7645"/>
                </a:lnTo>
                <a:lnTo>
                  <a:pt x="3334704" y="7570"/>
                </a:lnTo>
                <a:lnTo>
                  <a:pt x="3338849" y="7495"/>
                </a:lnTo>
                <a:lnTo>
                  <a:pt x="3342966" y="7422"/>
                </a:lnTo>
                <a:lnTo>
                  <a:pt x="3347056" y="7350"/>
                </a:lnTo>
                <a:lnTo>
                  <a:pt x="3351118" y="7279"/>
                </a:lnTo>
                <a:lnTo>
                  <a:pt x="3355154" y="7210"/>
                </a:lnTo>
                <a:lnTo>
                  <a:pt x="3359164" y="7141"/>
                </a:lnTo>
                <a:lnTo>
                  <a:pt x="3363147" y="7073"/>
                </a:lnTo>
                <a:lnTo>
                  <a:pt x="3367105" y="7006"/>
                </a:lnTo>
                <a:lnTo>
                  <a:pt x="3371038" y="6940"/>
                </a:lnTo>
                <a:lnTo>
                  <a:pt x="3374945" y="6876"/>
                </a:lnTo>
                <a:lnTo>
                  <a:pt x="3378828" y="6812"/>
                </a:lnTo>
                <a:lnTo>
                  <a:pt x="3382686" y="6749"/>
                </a:lnTo>
                <a:lnTo>
                  <a:pt x="3386520" y="6687"/>
                </a:lnTo>
                <a:lnTo>
                  <a:pt x="3390330" y="6626"/>
                </a:lnTo>
                <a:lnTo>
                  <a:pt x="3394117" y="6566"/>
                </a:lnTo>
                <a:lnTo>
                  <a:pt x="3397881" y="6506"/>
                </a:lnTo>
                <a:lnTo>
                  <a:pt x="3401621" y="6448"/>
                </a:lnTo>
                <a:lnTo>
                  <a:pt x="3405339" y="6390"/>
                </a:lnTo>
                <a:lnTo>
                  <a:pt x="3409035" y="6333"/>
                </a:lnTo>
                <a:lnTo>
                  <a:pt x="3412708" y="6277"/>
                </a:lnTo>
                <a:lnTo>
                  <a:pt x="3416360" y="6222"/>
                </a:lnTo>
                <a:lnTo>
                  <a:pt x="3419989" y="6167"/>
                </a:lnTo>
                <a:lnTo>
                  <a:pt x="3423598" y="6113"/>
                </a:lnTo>
                <a:lnTo>
                  <a:pt x="3427185" y="6060"/>
                </a:lnTo>
                <a:lnTo>
                  <a:pt x="3430752" y="6008"/>
                </a:lnTo>
                <a:lnTo>
                  <a:pt x="3434298" y="5956"/>
                </a:lnTo>
                <a:lnTo>
                  <a:pt x="3437824" y="5905"/>
                </a:lnTo>
                <a:lnTo>
                  <a:pt x="3441329" y="5855"/>
                </a:lnTo>
                <a:lnTo>
                  <a:pt x="3444815" y="5806"/>
                </a:lnTo>
                <a:lnTo>
                  <a:pt x="3448281" y="5757"/>
                </a:lnTo>
                <a:lnTo>
                  <a:pt x="3451727" y="5709"/>
                </a:lnTo>
                <a:lnTo>
                  <a:pt x="3455154" y="5661"/>
                </a:lnTo>
                <a:lnTo>
                  <a:pt x="3458562" y="5614"/>
                </a:lnTo>
                <a:lnTo>
                  <a:pt x="3461951" y="5568"/>
                </a:lnTo>
                <a:lnTo>
                  <a:pt x="3465322" y="5522"/>
                </a:lnTo>
                <a:lnTo>
                  <a:pt x="3468674" y="5477"/>
                </a:lnTo>
                <a:lnTo>
                  <a:pt x="3472008" y="5432"/>
                </a:lnTo>
                <a:lnTo>
                  <a:pt x="3475324" y="5388"/>
                </a:lnTo>
                <a:lnTo>
                  <a:pt x="3478622" y="5345"/>
                </a:lnTo>
                <a:lnTo>
                  <a:pt x="3481903" y="5302"/>
                </a:lnTo>
                <a:lnTo>
                  <a:pt x="3485166" y="5260"/>
                </a:lnTo>
                <a:lnTo>
                  <a:pt x="3488412" y="5218"/>
                </a:lnTo>
                <a:lnTo>
                  <a:pt x="3491641" y="5176"/>
                </a:lnTo>
                <a:lnTo>
                  <a:pt x="3494852" y="5136"/>
                </a:lnTo>
                <a:lnTo>
                  <a:pt x="3498048" y="5095"/>
                </a:lnTo>
                <a:lnTo>
                  <a:pt x="3501226" y="5056"/>
                </a:lnTo>
                <a:lnTo>
                  <a:pt x="3504388" y="5016"/>
                </a:lnTo>
                <a:lnTo>
                  <a:pt x="3507534" y="4978"/>
                </a:lnTo>
                <a:lnTo>
                  <a:pt x="3510664" y="4939"/>
                </a:lnTo>
                <a:lnTo>
                  <a:pt x="3513778" y="4901"/>
                </a:lnTo>
                <a:lnTo>
                  <a:pt x="3516876" y="4864"/>
                </a:lnTo>
                <a:lnTo>
                  <a:pt x="3519959" y="4827"/>
                </a:lnTo>
                <a:lnTo>
                  <a:pt x="3523026" y="4791"/>
                </a:lnTo>
                <a:lnTo>
                  <a:pt x="3526078" y="4755"/>
                </a:lnTo>
                <a:lnTo>
                  <a:pt x="3529115" y="4719"/>
                </a:lnTo>
                <a:lnTo>
                  <a:pt x="3532137" y="4684"/>
                </a:lnTo>
                <a:lnTo>
                  <a:pt x="3535144" y="4649"/>
                </a:lnTo>
                <a:lnTo>
                  <a:pt x="3538137" y="4614"/>
                </a:lnTo>
                <a:lnTo>
                  <a:pt x="3541115" y="4580"/>
                </a:lnTo>
                <a:lnTo>
                  <a:pt x="3544078" y="4547"/>
                </a:lnTo>
                <a:lnTo>
                  <a:pt x="3547028" y="4513"/>
                </a:lnTo>
                <a:lnTo>
                  <a:pt x="3549963" y="4481"/>
                </a:lnTo>
                <a:lnTo>
                  <a:pt x="3552884" y="4448"/>
                </a:lnTo>
                <a:lnTo>
                  <a:pt x="3555791" y="4416"/>
                </a:lnTo>
                <a:lnTo>
                  <a:pt x="3558685" y="4384"/>
                </a:lnTo>
                <a:lnTo>
                  <a:pt x="3561565" y="4353"/>
                </a:lnTo>
                <a:lnTo>
                  <a:pt x="3564432" y="4322"/>
                </a:lnTo>
                <a:lnTo>
                  <a:pt x="3567285" y="4291"/>
                </a:lnTo>
                <a:lnTo>
                  <a:pt x="3570125" y="4261"/>
                </a:lnTo>
                <a:lnTo>
                  <a:pt x="3572952" y="4230"/>
                </a:lnTo>
                <a:lnTo>
                  <a:pt x="3575766" y="4201"/>
                </a:lnTo>
                <a:lnTo>
                  <a:pt x="3578567" y="4171"/>
                </a:lnTo>
                <a:lnTo>
                  <a:pt x="3581356" y="4142"/>
                </a:lnTo>
                <a:lnTo>
                  <a:pt x="3584132" y="4113"/>
                </a:lnTo>
                <a:lnTo>
                  <a:pt x="3586895" y="4085"/>
                </a:lnTo>
                <a:lnTo>
                  <a:pt x="3589646" y="4057"/>
                </a:lnTo>
                <a:lnTo>
                  <a:pt x="3592384" y="4029"/>
                </a:lnTo>
                <a:lnTo>
                  <a:pt x="3595111" y="4001"/>
                </a:lnTo>
                <a:lnTo>
                  <a:pt x="3597825" y="3974"/>
                </a:lnTo>
                <a:lnTo>
                  <a:pt x="3600528" y="3947"/>
                </a:lnTo>
                <a:lnTo>
                  <a:pt x="3603218" y="3920"/>
                </a:lnTo>
                <a:lnTo>
                  <a:pt x="3605897" y="3894"/>
                </a:lnTo>
                <a:lnTo>
                  <a:pt x="3608564" y="3867"/>
                </a:lnTo>
                <a:lnTo>
                  <a:pt x="3611220" y="3841"/>
                </a:lnTo>
                <a:lnTo>
                  <a:pt x="3613864" y="3816"/>
                </a:lnTo>
                <a:lnTo>
                  <a:pt x="3616497" y="3790"/>
                </a:lnTo>
                <a:lnTo>
                  <a:pt x="3619119" y="3765"/>
                </a:lnTo>
                <a:lnTo>
                  <a:pt x="3621729" y="3740"/>
                </a:lnTo>
                <a:lnTo>
                  <a:pt x="3624329" y="3715"/>
                </a:lnTo>
                <a:lnTo>
                  <a:pt x="3626917" y="3691"/>
                </a:lnTo>
                <a:lnTo>
                  <a:pt x="3629495" y="3667"/>
                </a:lnTo>
                <a:lnTo>
                  <a:pt x="3632061" y="3643"/>
                </a:lnTo>
                <a:lnTo>
                  <a:pt x="3634617" y="3619"/>
                </a:lnTo>
                <a:lnTo>
                  <a:pt x="3637163" y="3595"/>
                </a:lnTo>
                <a:lnTo>
                  <a:pt x="3639698" y="3572"/>
                </a:lnTo>
                <a:lnTo>
                  <a:pt x="3642222" y="3549"/>
                </a:lnTo>
                <a:lnTo>
                  <a:pt x="3644736" y="3526"/>
                </a:lnTo>
                <a:lnTo>
                  <a:pt x="3647240" y="3503"/>
                </a:lnTo>
                <a:lnTo>
                  <a:pt x="3649734" y="3481"/>
                </a:lnTo>
                <a:lnTo>
                  <a:pt x="3652218" y="3458"/>
                </a:lnTo>
                <a:lnTo>
                  <a:pt x="3654691" y="3436"/>
                </a:lnTo>
                <a:lnTo>
                  <a:pt x="3657155" y="3414"/>
                </a:lnTo>
                <a:lnTo>
                  <a:pt x="3659609" y="3393"/>
                </a:lnTo>
                <a:lnTo>
                  <a:pt x="3662053" y="3371"/>
                </a:lnTo>
                <a:lnTo>
                  <a:pt x="3664487" y="3350"/>
                </a:lnTo>
                <a:lnTo>
                  <a:pt x="3666912" y="3329"/>
                </a:lnTo>
                <a:lnTo>
                  <a:pt x="3669327" y="3308"/>
                </a:lnTo>
                <a:lnTo>
                  <a:pt x="3671733" y="3287"/>
                </a:lnTo>
                <a:lnTo>
                  <a:pt x="3674129" y="3267"/>
                </a:lnTo>
                <a:lnTo>
                  <a:pt x="3676516" y="3246"/>
                </a:lnTo>
                <a:lnTo>
                  <a:pt x="3678894" y="3226"/>
                </a:lnTo>
                <a:lnTo>
                  <a:pt x="3681262" y="3206"/>
                </a:lnTo>
                <a:lnTo>
                  <a:pt x="3683622" y="3186"/>
                </a:lnTo>
                <a:lnTo>
                  <a:pt x="3685972" y="3166"/>
                </a:lnTo>
                <a:lnTo>
                  <a:pt x="3688314" y="3147"/>
                </a:lnTo>
                <a:lnTo>
                  <a:pt x="3690646" y="3127"/>
                </a:lnTo>
                <a:lnTo>
                  <a:pt x="3692970" y="3108"/>
                </a:lnTo>
                <a:lnTo>
                  <a:pt x="3695285" y="3089"/>
                </a:lnTo>
                <a:lnTo>
                  <a:pt x="3697591" y="3070"/>
                </a:lnTo>
                <a:lnTo>
                  <a:pt x="3699889" y="3051"/>
                </a:lnTo>
                <a:lnTo>
                  <a:pt x="3702178" y="3033"/>
                </a:lnTo>
                <a:lnTo>
                  <a:pt x="3704458" y="3014"/>
                </a:lnTo>
                <a:lnTo>
                  <a:pt x="3706730" y="2996"/>
                </a:lnTo>
                <a:lnTo>
                  <a:pt x="3708994" y="2978"/>
                </a:lnTo>
                <a:lnTo>
                  <a:pt x="3711249" y="2960"/>
                </a:lnTo>
                <a:lnTo>
                  <a:pt x="3713496" y="2942"/>
                </a:lnTo>
                <a:lnTo>
                  <a:pt x="3715735" y="2924"/>
                </a:lnTo>
                <a:lnTo>
                  <a:pt x="3717966" y="2907"/>
                </a:lnTo>
                <a:lnTo>
                  <a:pt x="3720189" y="2889"/>
                </a:lnTo>
                <a:lnTo>
                  <a:pt x="3722403" y="2872"/>
                </a:lnTo>
                <a:lnTo>
                  <a:pt x="3724610" y="2854"/>
                </a:lnTo>
                <a:lnTo>
                  <a:pt x="3726809" y="2837"/>
                </a:lnTo>
                <a:lnTo>
                  <a:pt x="3729000" y="2820"/>
                </a:lnTo>
                <a:lnTo>
                  <a:pt x="3731183" y="2803"/>
                </a:lnTo>
                <a:lnTo>
                  <a:pt x="3733358" y="2787"/>
                </a:lnTo>
                <a:lnTo>
                  <a:pt x="3735526" y="2770"/>
                </a:lnTo>
                <a:lnTo>
                  <a:pt x="3737686" y="2754"/>
                </a:lnTo>
                <a:lnTo>
                  <a:pt x="3739838" y="2737"/>
                </a:lnTo>
                <a:lnTo>
                  <a:pt x="3741983" y="2721"/>
                </a:lnTo>
                <a:lnTo>
                  <a:pt x="3744121" y="2705"/>
                </a:lnTo>
                <a:lnTo>
                  <a:pt x="3746251" y="2689"/>
                </a:lnTo>
                <a:lnTo>
                  <a:pt x="3748374" y="2673"/>
                </a:lnTo>
                <a:lnTo>
                  <a:pt x="3750489" y="2657"/>
                </a:lnTo>
                <a:lnTo>
                  <a:pt x="3752597" y="2641"/>
                </a:lnTo>
                <a:lnTo>
                  <a:pt x="3754698" y="2626"/>
                </a:lnTo>
                <a:lnTo>
                  <a:pt x="3756792" y="2610"/>
                </a:lnTo>
                <a:lnTo>
                  <a:pt x="3758878" y="2595"/>
                </a:lnTo>
                <a:lnTo>
                  <a:pt x="3760958" y="2580"/>
                </a:lnTo>
                <a:lnTo>
                  <a:pt x="3763030" y="2564"/>
                </a:lnTo>
                <a:lnTo>
                  <a:pt x="3765096" y="2549"/>
                </a:lnTo>
                <a:lnTo>
                  <a:pt x="3767154" y="2534"/>
                </a:lnTo>
                <a:lnTo>
                  <a:pt x="3769206" y="2519"/>
                </a:lnTo>
                <a:lnTo>
                  <a:pt x="3771251" y="2505"/>
                </a:lnTo>
                <a:lnTo>
                  <a:pt x="3773289" y="2490"/>
                </a:lnTo>
                <a:lnTo>
                  <a:pt x="3775320" y="2475"/>
                </a:lnTo>
                <a:lnTo>
                  <a:pt x="3777345" y="2461"/>
                </a:lnTo>
                <a:lnTo>
                  <a:pt x="3779363" y="2446"/>
                </a:lnTo>
                <a:lnTo>
                  <a:pt x="3781374" y="2432"/>
                </a:lnTo>
                <a:lnTo>
                  <a:pt x="3783379" y="2418"/>
                </a:lnTo>
                <a:lnTo>
                  <a:pt x="3785377" y="2404"/>
                </a:lnTo>
                <a:lnTo>
                  <a:pt x="3787369" y="2390"/>
                </a:lnTo>
                <a:lnTo>
                  <a:pt x="3789354" y="2376"/>
                </a:lnTo>
                <a:lnTo>
                  <a:pt x="3791333" y="2362"/>
                </a:lnTo>
                <a:lnTo>
                  <a:pt x="3793306" y="2348"/>
                </a:lnTo>
                <a:lnTo>
                  <a:pt x="3795272" y="2334"/>
                </a:lnTo>
                <a:lnTo>
                  <a:pt x="3797232" y="2321"/>
                </a:lnTo>
                <a:lnTo>
                  <a:pt x="3799185" y="2307"/>
                </a:lnTo>
                <a:lnTo>
                  <a:pt x="3801133" y="2294"/>
                </a:lnTo>
                <a:lnTo>
                  <a:pt x="3803074" y="2280"/>
                </a:lnTo>
                <a:lnTo>
                  <a:pt x="3805009" y="2267"/>
                </a:lnTo>
                <a:lnTo>
                  <a:pt x="3806939" y="2254"/>
                </a:lnTo>
                <a:lnTo>
                  <a:pt x="3808862" y="2240"/>
                </a:lnTo>
                <a:lnTo>
                  <a:pt x="3810779" y="2227"/>
                </a:lnTo>
                <a:lnTo>
                  <a:pt x="3812690" y="2214"/>
                </a:lnTo>
                <a:lnTo>
                  <a:pt x="3814595" y="2201"/>
                </a:lnTo>
                <a:lnTo>
                  <a:pt x="3816494" y="2189"/>
                </a:lnTo>
                <a:lnTo>
                  <a:pt x="3818387" y="2176"/>
                </a:lnTo>
                <a:lnTo>
                  <a:pt x="3820275" y="2163"/>
                </a:lnTo>
                <a:lnTo>
                  <a:pt x="3822157" y="2150"/>
                </a:lnTo>
                <a:lnTo>
                  <a:pt x="3824033" y="2138"/>
                </a:lnTo>
                <a:lnTo>
                  <a:pt x="3825903" y="2125"/>
                </a:lnTo>
                <a:lnTo>
                  <a:pt x="3827768" y="2113"/>
                </a:lnTo>
                <a:lnTo>
                  <a:pt x="3829627" y="2100"/>
                </a:lnTo>
                <a:lnTo>
                  <a:pt x="3831480" y="2088"/>
                </a:lnTo>
                <a:lnTo>
                  <a:pt x="3833328" y="2076"/>
                </a:lnTo>
                <a:lnTo>
                  <a:pt x="3835170" y="2064"/>
                </a:lnTo>
                <a:lnTo>
                  <a:pt x="3837007" y="2051"/>
                </a:lnTo>
                <a:lnTo>
                  <a:pt x="3838838" y="2039"/>
                </a:lnTo>
                <a:lnTo>
                  <a:pt x="3840664" y="2027"/>
                </a:lnTo>
                <a:lnTo>
                  <a:pt x="3842484" y="2015"/>
                </a:lnTo>
                <a:lnTo>
                  <a:pt x="3844299" y="2004"/>
                </a:lnTo>
                <a:lnTo>
                  <a:pt x="3846109" y="1992"/>
                </a:lnTo>
                <a:lnTo>
                  <a:pt x="3847913" y="1980"/>
                </a:lnTo>
                <a:lnTo>
                  <a:pt x="3849712" y="1968"/>
                </a:lnTo>
                <a:lnTo>
                  <a:pt x="3851506" y="1957"/>
                </a:lnTo>
                <a:lnTo>
                  <a:pt x="3853294" y="1945"/>
                </a:lnTo>
                <a:lnTo>
                  <a:pt x="3855077" y="1934"/>
                </a:lnTo>
                <a:lnTo>
                  <a:pt x="3856855" y="1922"/>
                </a:lnTo>
                <a:lnTo>
                  <a:pt x="3858628" y="1911"/>
                </a:lnTo>
                <a:lnTo>
                  <a:pt x="3860396" y="1899"/>
                </a:lnTo>
                <a:lnTo>
                  <a:pt x="3862159" y="1888"/>
                </a:lnTo>
                <a:lnTo>
                  <a:pt x="3863917" y="1877"/>
                </a:lnTo>
                <a:lnTo>
                  <a:pt x="3865670" y="1866"/>
                </a:lnTo>
                <a:lnTo>
                  <a:pt x="3867417" y="1854"/>
                </a:lnTo>
                <a:lnTo>
                  <a:pt x="3869160" y="1843"/>
                </a:lnTo>
                <a:lnTo>
                  <a:pt x="3870898" y="1832"/>
                </a:lnTo>
                <a:lnTo>
                  <a:pt x="3872631" y="1821"/>
                </a:lnTo>
                <a:lnTo>
                  <a:pt x="3874359" y="1810"/>
                </a:lnTo>
                <a:lnTo>
                  <a:pt x="3876082" y="1800"/>
                </a:lnTo>
                <a:lnTo>
                  <a:pt x="3877801" y="1789"/>
                </a:lnTo>
                <a:lnTo>
                  <a:pt x="3879514" y="1778"/>
                </a:lnTo>
                <a:lnTo>
                  <a:pt x="3881223" y="1767"/>
                </a:lnTo>
                <a:lnTo>
                  <a:pt x="3882927" y="1757"/>
                </a:lnTo>
                <a:lnTo>
                  <a:pt x="3884626" y="1746"/>
                </a:lnTo>
                <a:lnTo>
                  <a:pt x="3886321" y="1735"/>
                </a:lnTo>
                <a:lnTo>
                  <a:pt x="3888011" y="1725"/>
                </a:lnTo>
                <a:lnTo>
                  <a:pt x="3889696" y="1714"/>
                </a:lnTo>
                <a:lnTo>
                  <a:pt x="3891377" y="1704"/>
                </a:lnTo>
                <a:lnTo>
                  <a:pt x="3893053" y="1694"/>
                </a:lnTo>
                <a:lnTo>
                  <a:pt x="3894725" y="1683"/>
                </a:lnTo>
                <a:lnTo>
                  <a:pt x="3896392" y="1673"/>
                </a:lnTo>
                <a:lnTo>
                  <a:pt x="3898054" y="1663"/>
                </a:lnTo>
                <a:lnTo>
                  <a:pt x="3899712" y="1653"/>
                </a:lnTo>
                <a:lnTo>
                  <a:pt x="3901366" y="1642"/>
                </a:lnTo>
                <a:lnTo>
                  <a:pt x="3903015" y="1632"/>
                </a:lnTo>
                <a:lnTo>
                  <a:pt x="3904659" y="1622"/>
                </a:lnTo>
                <a:lnTo>
                  <a:pt x="3906299" y="1612"/>
                </a:lnTo>
                <a:lnTo>
                  <a:pt x="3907935" y="1602"/>
                </a:lnTo>
                <a:lnTo>
                  <a:pt x="3909567" y="1592"/>
                </a:lnTo>
                <a:lnTo>
                  <a:pt x="3911194" y="1583"/>
                </a:lnTo>
                <a:lnTo>
                  <a:pt x="3912817" y="1573"/>
                </a:lnTo>
                <a:lnTo>
                  <a:pt x="3914436" y="1563"/>
                </a:lnTo>
                <a:lnTo>
                  <a:pt x="3916050" y="1553"/>
                </a:lnTo>
                <a:lnTo>
                  <a:pt x="3917660" y="1543"/>
                </a:lnTo>
                <a:lnTo>
                  <a:pt x="3919266" y="1534"/>
                </a:lnTo>
                <a:lnTo>
                  <a:pt x="3920868" y="1524"/>
                </a:lnTo>
                <a:lnTo>
                  <a:pt x="3922465" y="1515"/>
                </a:lnTo>
                <a:lnTo>
                  <a:pt x="3924059" y="1505"/>
                </a:lnTo>
                <a:lnTo>
                  <a:pt x="3925648" y="1496"/>
                </a:lnTo>
                <a:lnTo>
                  <a:pt x="3927233" y="1486"/>
                </a:lnTo>
                <a:lnTo>
                  <a:pt x="3928814" y="1477"/>
                </a:lnTo>
                <a:lnTo>
                  <a:pt x="3930391" y="1467"/>
                </a:lnTo>
                <a:lnTo>
                  <a:pt x="3931964" y="1458"/>
                </a:lnTo>
                <a:lnTo>
                  <a:pt x="3933533" y="1449"/>
                </a:lnTo>
                <a:lnTo>
                  <a:pt x="3935098" y="1439"/>
                </a:lnTo>
                <a:lnTo>
                  <a:pt x="3936659" y="1430"/>
                </a:lnTo>
                <a:lnTo>
                  <a:pt x="3938216" y="1421"/>
                </a:lnTo>
                <a:lnTo>
                  <a:pt x="3939769" y="1412"/>
                </a:lnTo>
                <a:lnTo>
                  <a:pt x="3941318" y="1403"/>
                </a:lnTo>
                <a:lnTo>
                  <a:pt x="3942863" y="1394"/>
                </a:lnTo>
                <a:lnTo>
                  <a:pt x="3944405" y="1385"/>
                </a:lnTo>
                <a:lnTo>
                  <a:pt x="3945942" y="1376"/>
                </a:lnTo>
                <a:lnTo>
                  <a:pt x="3947476" y="1367"/>
                </a:lnTo>
                <a:lnTo>
                  <a:pt x="3949006" y="1358"/>
                </a:lnTo>
                <a:lnTo>
                  <a:pt x="3950532" y="1349"/>
                </a:lnTo>
                <a:lnTo>
                  <a:pt x="3952054" y="1340"/>
                </a:lnTo>
                <a:lnTo>
                  <a:pt x="3953572" y="1331"/>
                </a:lnTo>
                <a:lnTo>
                  <a:pt x="3955087" y="1323"/>
                </a:lnTo>
                <a:lnTo>
                  <a:pt x="3956598" y="1314"/>
                </a:lnTo>
                <a:lnTo>
                  <a:pt x="3958105" y="1305"/>
                </a:lnTo>
                <a:lnTo>
                  <a:pt x="3959609" y="1297"/>
                </a:lnTo>
                <a:lnTo>
                  <a:pt x="3961109" y="1288"/>
                </a:lnTo>
                <a:lnTo>
                  <a:pt x="3962605" y="1279"/>
                </a:lnTo>
                <a:lnTo>
                  <a:pt x="3964098" y="1271"/>
                </a:lnTo>
                <a:lnTo>
                  <a:pt x="3965587" y="1262"/>
                </a:lnTo>
                <a:lnTo>
                  <a:pt x="3967072" y="1254"/>
                </a:lnTo>
                <a:lnTo>
                  <a:pt x="3968554" y="1245"/>
                </a:lnTo>
                <a:lnTo>
                  <a:pt x="3970032" y="1237"/>
                </a:lnTo>
                <a:lnTo>
                  <a:pt x="3971507" y="1229"/>
                </a:lnTo>
                <a:lnTo>
                  <a:pt x="3972978" y="1220"/>
                </a:lnTo>
                <a:lnTo>
                  <a:pt x="3974445" y="1212"/>
                </a:lnTo>
                <a:lnTo>
                  <a:pt x="3975909" y="1204"/>
                </a:lnTo>
                <a:lnTo>
                  <a:pt x="3977370" y="1195"/>
                </a:lnTo>
                <a:lnTo>
                  <a:pt x="3978827" y="1187"/>
                </a:lnTo>
                <a:lnTo>
                  <a:pt x="3980281" y="1179"/>
                </a:lnTo>
                <a:lnTo>
                  <a:pt x="3981731" y="1171"/>
                </a:lnTo>
                <a:lnTo>
                  <a:pt x="3985342" y="1151"/>
                </a:lnTo>
                <a:lnTo>
                  <a:pt x="3991075" y="1120"/>
                </a:lnTo>
                <a:lnTo>
                  <a:pt x="3996755" y="1088"/>
                </a:lnTo>
                <a:lnTo>
                  <a:pt x="4002383" y="1057"/>
                </a:lnTo>
                <a:lnTo>
                  <a:pt x="4007960" y="1027"/>
                </a:lnTo>
                <a:lnTo>
                  <a:pt x="4013487" y="997"/>
                </a:lnTo>
                <a:lnTo>
                  <a:pt x="4018964" y="968"/>
                </a:lnTo>
                <a:lnTo>
                  <a:pt x="4024393" y="939"/>
                </a:lnTo>
                <a:lnTo>
                  <a:pt x="4029774" y="911"/>
                </a:lnTo>
                <a:lnTo>
                  <a:pt x="4035109" y="883"/>
                </a:lnTo>
                <a:lnTo>
                  <a:pt x="4040397" y="856"/>
                </a:lnTo>
                <a:lnTo>
                  <a:pt x="4045640" y="829"/>
                </a:lnTo>
                <a:lnTo>
                  <a:pt x="4050839" y="803"/>
                </a:lnTo>
                <a:lnTo>
                  <a:pt x="4055994" y="777"/>
                </a:lnTo>
                <a:lnTo>
                  <a:pt x="4061106" y="752"/>
                </a:lnTo>
                <a:lnTo>
                  <a:pt x="4066176" y="727"/>
                </a:lnTo>
                <a:lnTo>
                  <a:pt x="4071205" y="703"/>
                </a:lnTo>
                <a:lnTo>
                  <a:pt x="4076192" y="679"/>
                </a:lnTo>
                <a:lnTo>
                  <a:pt x="4081139" y="655"/>
                </a:lnTo>
                <a:lnTo>
                  <a:pt x="4086047" y="632"/>
                </a:lnTo>
                <a:lnTo>
                  <a:pt x="4090916" y="610"/>
                </a:lnTo>
                <a:lnTo>
                  <a:pt x="4095746" y="588"/>
                </a:lnTo>
                <a:lnTo>
                  <a:pt x="4100539" y="566"/>
                </a:lnTo>
                <a:lnTo>
                  <a:pt x="4105294" y="545"/>
                </a:lnTo>
                <a:lnTo>
                  <a:pt x="4110013" y="524"/>
                </a:lnTo>
                <a:lnTo>
                  <a:pt x="4114696" y="504"/>
                </a:lnTo>
                <a:lnTo>
                  <a:pt x="4119344" y="484"/>
                </a:lnTo>
                <a:lnTo>
                  <a:pt x="4123956" y="464"/>
                </a:lnTo>
                <a:lnTo>
                  <a:pt x="4128534" y="446"/>
                </a:lnTo>
                <a:lnTo>
                  <a:pt x="4133078" y="427"/>
                </a:lnTo>
                <a:lnTo>
                  <a:pt x="4137589" y="409"/>
                </a:lnTo>
                <a:lnTo>
                  <a:pt x="4142067" y="391"/>
                </a:lnTo>
                <a:lnTo>
                  <a:pt x="4146512" y="374"/>
                </a:lnTo>
                <a:lnTo>
                  <a:pt x="4150925" y="357"/>
                </a:lnTo>
                <a:lnTo>
                  <a:pt x="4155307" y="341"/>
                </a:lnTo>
                <a:lnTo>
                  <a:pt x="4159658" y="325"/>
                </a:lnTo>
                <a:lnTo>
                  <a:pt x="4163978" y="310"/>
                </a:lnTo>
                <a:lnTo>
                  <a:pt x="4168268" y="294"/>
                </a:lnTo>
                <a:lnTo>
                  <a:pt x="4172528" y="280"/>
                </a:lnTo>
                <a:lnTo>
                  <a:pt x="4176759" y="266"/>
                </a:lnTo>
                <a:lnTo>
                  <a:pt x="4180961" y="252"/>
                </a:lnTo>
                <a:lnTo>
                  <a:pt x="4185134" y="238"/>
                </a:lnTo>
                <a:lnTo>
                  <a:pt x="4189279" y="225"/>
                </a:lnTo>
                <a:lnTo>
                  <a:pt x="4193396" y="213"/>
                </a:lnTo>
                <a:lnTo>
                  <a:pt x="4197486" y="201"/>
                </a:lnTo>
                <a:lnTo>
                  <a:pt x="4201548" y="189"/>
                </a:lnTo>
                <a:lnTo>
                  <a:pt x="4205584" y="177"/>
                </a:lnTo>
                <a:lnTo>
                  <a:pt x="4209594" y="166"/>
                </a:lnTo>
                <a:lnTo>
                  <a:pt x="4213577" y="156"/>
                </a:lnTo>
                <a:lnTo>
                  <a:pt x="4217535" y="146"/>
                </a:lnTo>
                <a:lnTo>
                  <a:pt x="4221468" y="136"/>
                </a:lnTo>
                <a:lnTo>
                  <a:pt x="4225375" y="126"/>
                </a:lnTo>
                <a:lnTo>
                  <a:pt x="4229258" y="117"/>
                </a:lnTo>
                <a:lnTo>
                  <a:pt x="4233116" y="108"/>
                </a:lnTo>
                <a:lnTo>
                  <a:pt x="4236950" y="100"/>
                </a:lnTo>
                <a:lnTo>
                  <a:pt x="4240760" y="92"/>
                </a:lnTo>
                <a:lnTo>
                  <a:pt x="4244547" y="84"/>
                </a:lnTo>
                <a:lnTo>
                  <a:pt x="4248310" y="77"/>
                </a:lnTo>
                <a:lnTo>
                  <a:pt x="4252051" y="70"/>
                </a:lnTo>
                <a:lnTo>
                  <a:pt x="4255769" y="64"/>
                </a:lnTo>
                <a:lnTo>
                  <a:pt x="4259465" y="58"/>
                </a:lnTo>
                <a:lnTo>
                  <a:pt x="4263138" y="52"/>
                </a:lnTo>
                <a:lnTo>
                  <a:pt x="4266789" y="46"/>
                </a:lnTo>
                <a:lnTo>
                  <a:pt x="4270419" y="41"/>
                </a:lnTo>
                <a:lnTo>
                  <a:pt x="4274028" y="36"/>
                </a:lnTo>
                <a:lnTo>
                  <a:pt x="4277615" y="32"/>
                </a:lnTo>
                <a:lnTo>
                  <a:pt x="4281182" y="27"/>
                </a:lnTo>
                <a:lnTo>
                  <a:pt x="4284728" y="23"/>
                </a:lnTo>
                <a:lnTo>
                  <a:pt x="4288254" y="20"/>
                </a:lnTo>
                <a:lnTo>
                  <a:pt x="4291759" y="17"/>
                </a:lnTo>
                <a:lnTo>
                  <a:pt x="4295245" y="14"/>
                </a:lnTo>
                <a:lnTo>
                  <a:pt x="4298711" y="11"/>
                </a:lnTo>
                <a:lnTo>
                  <a:pt x="4302157" y="9"/>
                </a:lnTo>
                <a:lnTo>
                  <a:pt x="4305584" y="7"/>
                </a:lnTo>
                <a:lnTo>
                  <a:pt x="4308992" y="5"/>
                </a:lnTo>
                <a:lnTo>
                  <a:pt x="4312381" y="3"/>
                </a:lnTo>
                <a:lnTo>
                  <a:pt x="4315752" y="2"/>
                </a:lnTo>
                <a:lnTo>
                  <a:pt x="4319104" y="1"/>
                </a:lnTo>
                <a:lnTo>
                  <a:pt x="4322438" y="0"/>
                </a:lnTo>
                <a:lnTo>
                  <a:pt x="4325754" y="0"/>
                </a:lnTo>
                <a:lnTo>
                  <a:pt x="4329052" y="0"/>
                </a:lnTo>
                <a:lnTo>
                  <a:pt x="4332333" y="0"/>
                </a:lnTo>
                <a:lnTo>
                  <a:pt x="4335596" y="0"/>
                </a:lnTo>
                <a:lnTo>
                  <a:pt x="4338842" y="1"/>
                </a:lnTo>
                <a:lnTo>
                  <a:pt x="4342071" y="2"/>
                </a:lnTo>
                <a:lnTo>
                  <a:pt x="4345282" y="3"/>
                </a:lnTo>
                <a:lnTo>
                  <a:pt x="4348477" y="4"/>
                </a:lnTo>
                <a:lnTo>
                  <a:pt x="4351656" y="6"/>
                </a:lnTo>
                <a:lnTo>
                  <a:pt x="4354818" y="7"/>
                </a:lnTo>
                <a:lnTo>
                  <a:pt x="4357964" y="9"/>
                </a:lnTo>
                <a:lnTo>
                  <a:pt x="4361094" y="12"/>
                </a:lnTo>
                <a:lnTo>
                  <a:pt x="4364208" y="14"/>
                </a:lnTo>
                <a:lnTo>
                  <a:pt x="4367306" y="17"/>
                </a:lnTo>
                <a:lnTo>
                  <a:pt x="4370389" y="20"/>
                </a:lnTo>
                <a:lnTo>
                  <a:pt x="4373456" y="23"/>
                </a:lnTo>
                <a:lnTo>
                  <a:pt x="4376508" y="26"/>
                </a:lnTo>
                <a:lnTo>
                  <a:pt x="4379545" y="29"/>
                </a:lnTo>
                <a:lnTo>
                  <a:pt x="4382567" y="33"/>
                </a:lnTo>
                <a:lnTo>
                  <a:pt x="4385574" y="37"/>
                </a:lnTo>
                <a:lnTo>
                  <a:pt x="4393152" y="41"/>
                </a:lnTo>
                <a:lnTo>
                  <a:pt x="4402692" y="45"/>
                </a:lnTo>
                <a:lnTo>
                  <a:pt x="4412233" y="49"/>
                </a:lnTo>
                <a:lnTo>
                  <a:pt x="4421773" y="54"/>
                </a:lnTo>
                <a:lnTo>
                  <a:pt x="4431314" y="59"/>
                </a:lnTo>
                <a:lnTo>
                  <a:pt x="4440855" y="64"/>
                </a:lnTo>
                <a:lnTo>
                  <a:pt x="4450395" y="69"/>
                </a:lnTo>
                <a:lnTo>
                  <a:pt x="4459936" y="74"/>
                </a:lnTo>
                <a:lnTo>
                  <a:pt x="4469476" y="79"/>
                </a:lnTo>
                <a:lnTo>
                  <a:pt x="4479017" y="85"/>
                </a:lnTo>
                <a:lnTo>
                  <a:pt x="4488557" y="90"/>
                </a:lnTo>
                <a:lnTo>
                  <a:pt x="4498098" y="96"/>
                </a:lnTo>
                <a:lnTo>
                  <a:pt x="4507638" y="102"/>
                </a:lnTo>
                <a:lnTo>
                  <a:pt x="4517179" y="108"/>
                </a:lnTo>
                <a:lnTo>
                  <a:pt x="4526719" y="114"/>
                </a:lnTo>
                <a:lnTo>
                  <a:pt x="4536260" y="121"/>
                </a:lnTo>
                <a:lnTo>
                  <a:pt x="4545800" y="127"/>
                </a:lnTo>
                <a:lnTo>
                  <a:pt x="4555341" y="134"/>
                </a:lnTo>
                <a:lnTo>
                  <a:pt x="4564881" y="140"/>
                </a:lnTo>
                <a:lnTo>
                  <a:pt x="4574422" y="147"/>
                </a:lnTo>
                <a:lnTo>
                  <a:pt x="4583962" y="154"/>
                </a:lnTo>
                <a:lnTo>
                  <a:pt x="4593503" y="161"/>
                </a:lnTo>
                <a:lnTo>
                  <a:pt x="4603043" y="168"/>
                </a:lnTo>
                <a:lnTo>
                  <a:pt x="4612584" y="176"/>
                </a:lnTo>
                <a:lnTo>
                  <a:pt x="4622125" y="183"/>
                </a:lnTo>
                <a:lnTo>
                  <a:pt x="4631665" y="190"/>
                </a:lnTo>
                <a:lnTo>
                  <a:pt x="4641206" y="198"/>
                </a:lnTo>
                <a:lnTo>
                  <a:pt x="4650746" y="206"/>
                </a:lnTo>
                <a:lnTo>
                  <a:pt x="4660287" y="213"/>
                </a:lnTo>
                <a:lnTo>
                  <a:pt x="4669827" y="221"/>
                </a:lnTo>
                <a:lnTo>
                  <a:pt x="4679368" y="229"/>
                </a:lnTo>
                <a:lnTo>
                  <a:pt x="4688908" y="237"/>
                </a:lnTo>
                <a:lnTo>
                  <a:pt x="4698449" y="245"/>
                </a:lnTo>
                <a:lnTo>
                  <a:pt x="4707989" y="253"/>
                </a:lnTo>
                <a:lnTo>
                  <a:pt x="4717530" y="262"/>
                </a:lnTo>
                <a:lnTo>
                  <a:pt x="4727070" y="270"/>
                </a:lnTo>
                <a:lnTo>
                  <a:pt x="4736611" y="278"/>
                </a:lnTo>
                <a:lnTo>
                  <a:pt x="4746151" y="287"/>
                </a:lnTo>
                <a:lnTo>
                  <a:pt x="4755692" y="295"/>
                </a:lnTo>
                <a:lnTo>
                  <a:pt x="4765232" y="304"/>
                </a:lnTo>
                <a:lnTo>
                  <a:pt x="4774773" y="313"/>
                </a:lnTo>
                <a:lnTo>
                  <a:pt x="4784314" y="321"/>
                </a:lnTo>
                <a:lnTo>
                  <a:pt x="4793854" y="330"/>
                </a:lnTo>
                <a:lnTo>
                  <a:pt x="4803395" y="339"/>
                </a:lnTo>
                <a:lnTo>
                  <a:pt x="4812935" y="348"/>
                </a:lnTo>
                <a:lnTo>
                  <a:pt x="4822476" y="357"/>
                </a:lnTo>
                <a:lnTo>
                  <a:pt x="4832016" y="366"/>
                </a:lnTo>
                <a:lnTo>
                  <a:pt x="4841557" y="375"/>
                </a:lnTo>
                <a:lnTo>
                  <a:pt x="4851097" y="384"/>
                </a:lnTo>
                <a:lnTo>
                  <a:pt x="4860638" y="393"/>
                </a:lnTo>
                <a:lnTo>
                  <a:pt x="4870178" y="402"/>
                </a:lnTo>
                <a:lnTo>
                  <a:pt x="4879719" y="412"/>
                </a:lnTo>
                <a:lnTo>
                  <a:pt x="4889259" y="421"/>
                </a:lnTo>
                <a:lnTo>
                  <a:pt x="4898800" y="430"/>
                </a:lnTo>
                <a:lnTo>
                  <a:pt x="4908340" y="440"/>
                </a:lnTo>
                <a:lnTo>
                  <a:pt x="4917881" y="449"/>
                </a:lnTo>
                <a:lnTo>
                  <a:pt x="4927421" y="458"/>
                </a:lnTo>
                <a:lnTo>
                  <a:pt x="4936962" y="468"/>
                </a:lnTo>
                <a:lnTo>
                  <a:pt x="4946503" y="477"/>
                </a:lnTo>
                <a:lnTo>
                  <a:pt x="4956043" y="487"/>
                </a:lnTo>
                <a:lnTo>
                  <a:pt x="4965584" y="497"/>
                </a:lnTo>
                <a:lnTo>
                  <a:pt x="4975124" y="506"/>
                </a:lnTo>
                <a:lnTo>
                  <a:pt x="4984665" y="516"/>
                </a:lnTo>
                <a:lnTo>
                  <a:pt x="4994205" y="525"/>
                </a:lnTo>
                <a:lnTo>
                  <a:pt x="5003746" y="535"/>
                </a:lnTo>
                <a:lnTo>
                  <a:pt x="5013286" y="545"/>
                </a:lnTo>
                <a:lnTo>
                  <a:pt x="5022827" y="554"/>
                </a:lnTo>
                <a:lnTo>
                  <a:pt x="5032367" y="564"/>
                </a:lnTo>
                <a:lnTo>
                  <a:pt x="5041908" y="574"/>
                </a:lnTo>
                <a:lnTo>
                  <a:pt x="5051448" y="584"/>
                </a:lnTo>
                <a:lnTo>
                  <a:pt x="5060989" y="593"/>
                </a:lnTo>
                <a:lnTo>
                  <a:pt x="5070529" y="603"/>
                </a:lnTo>
                <a:lnTo>
                  <a:pt x="5080070" y="613"/>
                </a:lnTo>
                <a:lnTo>
                  <a:pt x="5089610" y="623"/>
                </a:lnTo>
                <a:lnTo>
                  <a:pt x="5099151" y="633"/>
                </a:lnTo>
                <a:lnTo>
                  <a:pt x="5108691" y="642"/>
                </a:lnTo>
                <a:lnTo>
                  <a:pt x="5118232" y="652"/>
                </a:lnTo>
                <a:lnTo>
                  <a:pt x="5127773" y="662"/>
                </a:lnTo>
                <a:lnTo>
                  <a:pt x="5137313" y="672"/>
                </a:lnTo>
                <a:lnTo>
                  <a:pt x="5146854" y="682"/>
                </a:lnTo>
                <a:lnTo>
                  <a:pt x="5156394" y="692"/>
                </a:lnTo>
                <a:lnTo>
                  <a:pt x="5165935" y="702"/>
                </a:lnTo>
                <a:lnTo>
                  <a:pt x="5175475" y="711"/>
                </a:lnTo>
                <a:lnTo>
                  <a:pt x="5185016" y="721"/>
                </a:lnTo>
                <a:lnTo>
                  <a:pt x="5194556" y="731"/>
                </a:lnTo>
                <a:lnTo>
                  <a:pt x="5204097" y="741"/>
                </a:lnTo>
                <a:lnTo>
                  <a:pt x="5213637" y="751"/>
                </a:lnTo>
                <a:lnTo>
                  <a:pt x="5223178" y="761"/>
                </a:lnTo>
                <a:lnTo>
                  <a:pt x="5232718" y="771"/>
                </a:lnTo>
                <a:lnTo>
                  <a:pt x="5242259" y="781"/>
                </a:lnTo>
                <a:lnTo>
                  <a:pt x="5251799" y="791"/>
                </a:lnTo>
                <a:lnTo>
                  <a:pt x="5261340" y="801"/>
                </a:lnTo>
                <a:lnTo>
                  <a:pt x="5270880" y="810"/>
                </a:lnTo>
                <a:lnTo>
                  <a:pt x="5280421" y="820"/>
                </a:lnTo>
                <a:lnTo>
                  <a:pt x="5289962" y="830"/>
                </a:lnTo>
                <a:lnTo>
                  <a:pt x="5299502" y="840"/>
                </a:lnTo>
                <a:lnTo>
                  <a:pt x="5309043" y="850"/>
                </a:lnTo>
                <a:lnTo>
                  <a:pt x="5318583" y="860"/>
                </a:lnTo>
                <a:lnTo>
                  <a:pt x="5328124" y="870"/>
                </a:lnTo>
                <a:lnTo>
                  <a:pt x="5337664" y="880"/>
                </a:lnTo>
                <a:lnTo>
                  <a:pt x="5347205" y="889"/>
                </a:lnTo>
                <a:lnTo>
                  <a:pt x="5356745" y="899"/>
                </a:lnTo>
                <a:lnTo>
                  <a:pt x="5366286" y="909"/>
                </a:lnTo>
                <a:lnTo>
                  <a:pt x="5375826" y="919"/>
                </a:lnTo>
                <a:lnTo>
                  <a:pt x="5385367" y="929"/>
                </a:lnTo>
                <a:lnTo>
                  <a:pt x="5394907" y="939"/>
                </a:lnTo>
                <a:lnTo>
                  <a:pt x="5404448" y="948"/>
                </a:lnTo>
                <a:lnTo>
                  <a:pt x="5413988" y="958"/>
                </a:lnTo>
                <a:lnTo>
                  <a:pt x="5423529" y="968"/>
                </a:lnTo>
                <a:lnTo>
                  <a:pt x="5433069" y="978"/>
                </a:lnTo>
                <a:lnTo>
                  <a:pt x="5442610" y="988"/>
                </a:lnTo>
                <a:lnTo>
                  <a:pt x="5452151" y="997"/>
                </a:lnTo>
                <a:lnTo>
                  <a:pt x="5461691" y="1007"/>
                </a:lnTo>
                <a:lnTo>
                  <a:pt x="5471232" y="1017"/>
                </a:lnTo>
                <a:lnTo>
                  <a:pt x="5480772" y="1027"/>
                </a:lnTo>
                <a:lnTo>
                  <a:pt x="5490313" y="1036"/>
                </a:lnTo>
                <a:lnTo>
                  <a:pt x="5499853" y="1046"/>
                </a:lnTo>
                <a:lnTo>
                  <a:pt x="5509394" y="1056"/>
                </a:lnTo>
                <a:lnTo>
                  <a:pt x="5518934" y="1065"/>
                </a:lnTo>
                <a:lnTo>
                  <a:pt x="5528475" y="1075"/>
                </a:lnTo>
                <a:lnTo>
                  <a:pt x="5538015" y="1085"/>
                </a:lnTo>
                <a:lnTo>
                  <a:pt x="5547556" y="1094"/>
                </a:lnTo>
                <a:lnTo>
                  <a:pt x="5557096" y="1104"/>
                </a:lnTo>
                <a:lnTo>
                  <a:pt x="5566637" y="1114"/>
                </a:lnTo>
                <a:lnTo>
                  <a:pt x="5576177" y="1123"/>
                </a:lnTo>
                <a:lnTo>
                  <a:pt x="5585718" y="1133"/>
                </a:lnTo>
                <a:lnTo>
                  <a:pt x="5595258" y="1142"/>
                </a:lnTo>
                <a:lnTo>
                  <a:pt x="5604799" y="1152"/>
                </a:lnTo>
                <a:lnTo>
                  <a:pt x="5614339" y="1162"/>
                </a:lnTo>
                <a:lnTo>
                  <a:pt x="5623880" y="1171"/>
                </a:lnTo>
                <a:lnTo>
                  <a:pt x="5633421" y="1181"/>
                </a:lnTo>
                <a:lnTo>
                  <a:pt x="5642961" y="1190"/>
                </a:lnTo>
                <a:lnTo>
                  <a:pt x="5652502" y="1200"/>
                </a:lnTo>
                <a:lnTo>
                  <a:pt x="5662042" y="1209"/>
                </a:lnTo>
                <a:lnTo>
                  <a:pt x="5671583" y="1219"/>
                </a:lnTo>
                <a:lnTo>
                  <a:pt x="5681123" y="1228"/>
                </a:lnTo>
                <a:lnTo>
                  <a:pt x="5690664" y="1238"/>
                </a:lnTo>
                <a:lnTo>
                  <a:pt x="5700204" y="1247"/>
                </a:lnTo>
                <a:lnTo>
                  <a:pt x="5709745" y="1256"/>
                </a:lnTo>
                <a:lnTo>
                  <a:pt x="5719285" y="1266"/>
                </a:lnTo>
                <a:lnTo>
                  <a:pt x="5728826" y="1275"/>
                </a:lnTo>
                <a:lnTo>
                  <a:pt x="5738366" y="1285"/>
                </a:lnTo>
                <a:lnTo>
                  <a:pt x="5747907" y="1294"/>
                </a:lnTo>
                <a:lnTo>
                  <a:pt x="5757447" y="1303"/>
                </a:lnTo>
                <a:lnTo>
                  <a:pt x="5766988" y="1313"/>
                </a:lnTo>
                <a:lnTo>
                  <a:pt x="5776528" y="1322"/>
                </a:lnTo>
                <a:lnTo>
                  <a:pt x="5786069" y="1331"/>
                </a:lnTo>
                <a:lnTo>
                  <a:pt x="5795610" y="1341"/>
                </a:lnTo>
                <a:lnTo>
                  <a:pt x="5805150" y="1350"/>
                </a:lnTo>
                <a:lnTo>
                  <a:pt x="5814691" y="1359"/>
                </a:lnTo>
                <a:lnTo>
                  <a:pt x="5824231" y="1368"/>
                </a:lnTo>
                <a:lnTo>
                  <a:pt x="5833772" y="1378"/>
                </a:lnTo>
                <a:lnTo>
                  <a:pt x="5843312" y="1387"/>
                </a:lnTo>
                <a:lnTo>
                  <a:pt x="5852853" y="1396"/>
                </a:lnTo>
                <a:lnTo>
                  <a:pt x="5862393" y="1405"/>
                </a:lnTo>
                <a:lnTo>
                  <a:pt x="5871934" y="1415"/>
                </a:lnTo>
                <a:lnTo>
                  <a:pt x="5881474" y="1424"/>
                </a:lnTo>
                <a:lnTo>
                  <a:pt x="5891015" y="1433"/>
                </a:lnTo>
                <a:lnTo>
                  <a:pt x="5900555" y="1442"/>
                </a:lnTo>
                <a:lnTo>
                  <a:pt x="5910096" y="1451"/>
                </a:lnTo>
                <a:lnTo>
                  <a:pt x="5919636" y="1460"/>
                </a:lnTo>
                <a:lnTo>
                  <a:pt x="5929177" y="1470"/>
                </a:lnTo>
                <a:lnTo>
                  <a:pt x="5938717" y="1479"/>
                </a:lnTo>
                <a:lnTo>
                  <a:pt x="5948258" y="1488"/>
                </a:lnTo>
                <a:lnTo>
                  <a:pt x="5957798" y="1497"/>
                </a:lnTo>
                <a:lnTo>
                  <a:pt x="5967339" y="1506"/>
                </a:lnTo>
                <a:lnTo>
                  <a:pt x="5976880" y="1515"/>
                </a:lnTo>
                <a:lnTo>
                  <a:pt x="5986420" y="1524"/>
                </a:lnTo>
                <a:lnTo>
                  <a:pt x="5995961" y="1533"/>
                </a:lnTo>
                <a:lnTo>
                  <a:pt x="6005501" y="1542"/>
                </a:lnTo>
                <a:lnTo>
                  <a:pt x="6015042" y="1551"/>
                </a:lnTo>
                <a:lnTo>
                  <a:pt x="6024582" y="1561"/>
                </a:lnTo>
                <a:lnTo>
                  <a:pt x="6034123" y="1570"/>
                </a:lnTo>
                <a:lnTo>
                  <a:pt x="6043663" y="1579"/>
                </a:lnTo>
                <a:lnTo>
                  <a:pt x="6053204" y="1588"/>
                </a:lnTo>
                <a:lnTo>
                  <a:pt x="6062744" y="1597"/>
                </a:lnTo>
                <a:lnTo>
                  <a:pt x="6072285" y="1606"/>
                </a:lnTo>
                <a:lnTo>
                  <a:pt x="6081825" y="1615"/>
                </a:lnTo>
                <a:lnTo>
                  <a:pt x="6091366" y="1624"/>
                </a:lnTo>
                <a:lnTo>
                  <a:pt x="6100906" y="1633"/>
                </a:lnTo>
                <a:lnTo>
                  <a:pt x="6110447" y="1642"/>
                </a:lnTo>
                <a:lnTo>
                  <a:pt x="6119987" y="1651"/>
                </a:lnTo>
                <a:lnTo>
                  <a:pt x="6129528" y="1660"/>
                </a:lnTo>
                <a:lnTo>
                  <a:pt x="6139069" y="1669"/>
                </a:lnTo>
                <a:lnTo>
                  <a:pt x="6148609" y="1678"/>
                </a:lnTo>
                <a:lnTo>
                  <a:pt x="6158150" y="1687"/>
                </a:lnTo>
                <a:lnTo>
                  <a:pt x="6167690" y="1696"/>
                </a:lnTo>
                <a:lnTo>
                  <a:pt x="6177231" y="1705"/>
                </a:lnTo>
                <a:lnTo>
                  <a:pt x="6186771" y="1714"/>
                </a:lnTo>
                <a:lnTo>
                  <a:pt x="6196312" y="1723"/>
                </a:lnTo>
                <a:lnTo>
                  <a:pt x="6205852" y="1732"/>
                </a:lnTo>
                <a:lnTo>
                  <a:pt x="6215393" y="1741"/>
                </a:lnTo>
                <a:lnTo>
                  <a:pt x="6224933" y="1750"/>
                </a:lnTo>
                <a:lnTo>
                  <a:pt x="6234474" y="1759"/>
                </a:lnTo>
                <a:lnTo>
                  <a:pt x="6244014" y="1768"/>
                </a:lnTo>
                <a:lnTo>
                  <a:pt x="6253555" y="1777"/>
                </a:lnTo>
                <a:lnTo>
                  <a:pt x="6263095" y="1786"/>
                </a:lnTo>
                <a:lnTo>
                  <a:pt x="6272636" y="1795"/>
                </a:lnTo>
                <a:lnTo>
                  <a:pt x="6282176" y="1804"/>
                </a:lnTo>
                <a:lnTo>
                  <a:pt x="6291717" y="1813"/>
                </a:lnTo>
                <a:lnTo>
                  <a:pt x="6301258" y="1822"/>
                </a:lnTo>
                <a:lnTo>
                  <a:pt x="6310798" y="1831"/>
                </a:lnTo>
                <a:lnTo>
                  <a:pt x="6320339" y="1840"/>
                </a:lnTo>
                <a:lnTo>
                  <a:pt x="6329879" y="1849"/>
                </a:lnTo>
                <a:lnTo>
                  <a:pt x="6339420" y="1858"/>
                </a:lnTo>
                <a:lnTo>
                  <a:pt x="6348960" y="1867"/>
                </a:lnTo>
                <a:lnTo>
                  <a:pt x="6358501" y="1876"/>
                </a:lnTo>
                <a:lnTo>
                  <a:pt x="6368041" y="1885"/>
                </a:lnTo>
                <a:lnTo>
                  <a:pt x="6377582" y="1894"/>
                </a:lnTo>
                <a:lnTo>
                  <a:pt x="6387122" y="1903"/>
                </a:lnTo>
                <a:lnTo>
                  <a:pt x="6396663" y="1912"/>
                </a:lnTo>
                <a:lnTo>
                  <a:pt x="6406203" y="1921"/>
                </a:lnTo>
                <a:lnTo>
                  <a:pt x="6415744" y="1930"/>
                </a:lnTo>
                <a:lnTo>
                  <a:pt x="6425284" y="1939"/>
                </a:lnTo>
                <a:lnTo>
                  <a:pt x="6434825" y="1949"/>
                </a:lnTo>
                <a:lnTo>
                  <a:pt x="6444365" y="1958"/>
                </a:lnTo>
                <a:lnTo>
                  <a:pt x="6453906" y="1967"/>
                </a:lnTo>
                <a:lnTo>
                  <a:pt x="6463446" y="1976"/>
                </a:lnTo>
                <a:lnTo>
                  <a:pt x="6472987" y="1985"/>
                </a:lnTo>
                <a:lnTo>
                  <a:pt x="6482528" y="1995"/>
                </a:lnTo>
                <a:lnTo>
                  <a:pt x="6492068" y="2004"/>
                </a:lnTo>
                <a:lnTo>
                  <a:pt x="6501609" y="2013"/>
                </a:lnTo>
                <a:lnTo>
                  <a:pt x="6511149" y="2022"/>
                </a:lnTo>
                <a:lnTo>
                  <a:pt x="6520690" y="2032"/>
                </a:lnTo>
                <a:lnTo>
                  <a:pt x="6530230" y="2041"/>
                </a:lnTo>
                <a:lnTo>
                  <a:pt x="6539771" y="2050"/>
                </a:lnTo>
                <a:lnTo>
                  <a:pt x="6549311" y="2060"/>
                </a:lnTo>
                <a:lnTo>
                  <a:pt x="6558852" y="2069"/>
                </a:lnTo>
                <a:lnTo>
                  <a:pt x="6568392" y="2078"/>
                </a:lnTo>
                <a:lnTo>
                  <a:pt x="6577933" y="2088"/>
                </a:lnTo>
                <a:lnTo>
                  <a:pt x="6587473" y="2097"/>
                </a:lnTo>
                <a:lnTo>
                  <a:pt x="6597014" y="2107"/>
                </a:lnTo>
                <a:lnTo>
                  <a:pt x="6606554" y="2116"/>
                </a:lnTo>
                <a:lnTo>
                  <a:pt x="6616095" y="2126"/>
                </a:lnTo>
                <a:lnTo>
                  <a:pt x="6625635" y="2136"/>
                </a:lnTo>
                <a:lnTo>
                  <a:pt x="6635176" y="2145"/>
                </a:lnTo>
                <a:lnTo>
                  <a:pt x="6644717" y="2155"/>
                </a:lnTo>
                <a:lnTo>
                  <a:pt x="6654257" y="2164"/>
                </a:lnTo>
                <a:lnTo>
                  <a:pt x="6663798" y="2174"/>
                </a:lnTo>
                <a:lnTo>
                  <a:pt x="6673338" y="2184"/>
                </a:lnTo>
                <a:lnTo>
                  <a:pt x="6682879" y="2194"/>
                </a:lnTo>
                <a:lnTo>
                  <a:pt x="6692419" y="2204"/>
                </a:lnTo>
                <a:lnTo>
                  <a:pt x="6701960" y="2213"/>
                </a:lnTo>
                <a:lnTo>
                  <a:pt x="6711500" y="2223"/>
                </a:lnTo>
                <a:lnTo>
                  <a:pt x="6721041" y="2233"/>
                </a:lnTo>
                <a:lnTo>
                  <a:pt x="6730581" y="2243"/>
                </a:lnTo>
                <a:lnTo>
                  <a:pt x="6740122" y="2253"/>
                </a:lnTo>
                <a:lnTo>
                  <a:pt x="6749662" y="2263"/>
                </a:lnTo>
                <a:lnTo>
                  <a:pt x="6759203" y="2274"/>
                </a:lnTo>
                <a:lnTo>
                  <a:pt x="6768743" y="2284"/>
                </a:lnTo>
                <a:lnTo>
                  <a:pt x="6778284" y="2294"/>
                </a:lnTo>
                <a:lnTo>
                  <a:pt x="6787824" y="2304"/>
                </a:lnTo>
                <a:lnTo>
                  <a:pt x="6797365" y="2315"/>
                </a:lnTo>
                <a:lnTo>
                  <a:pt x="6806906" y="2325"/>
                </a:lnTo>
                <a:lnTo>
                  <a:pt x="6816446" y="2335"/>
                </a:lnTo>
                <a:lnTo>
                  <a:pt x="6825987" y="2346"/>
                </a:lnTo>
                <a:lnTo>
                  <a:pt x="6835527" y="2357"/>
                </a:lnTo>
                <a:lnTo>
                  <a:pt x="6845068" y="2367"/>
                </a:lnTo>
                <a:lnTo>
                  <a:pt x="6854608" y="2378"/>
                </a:lnTo>
                <a:lnTo>
                  <a:pt x="6864149" y="2389"/>
                </a:lnTo>
                <a:lnTo>
                  <a:pt x="6873689" y="2400"/>
                </a:lnTo>
                <a:lnTo>
                  <a:pt x="6883230" y="2410"/>
                </a:lnTo>
                <a:lnTo>
                  <a:pt x="6892770" y="2421"/>
                </a:lnTo>
                <a:lnTo>
                  <a:pt x="6902311" y="2432"/>
                </a:lnTo>
                <a:lnTo>
                  <a:pt x="6911851" y="2444"/>
                </a:lnTo>
                <a:lnTo>
                  <a:pt x="6921392" y="2455"/>
                </a:lnTo>
                <a:lnTo>
                  <a:pt x="6930932" y="2466"/>
                </a:lnTo>
                <a:lnTo>
                  <a:pt x="6940473" y="2478"/>
                </a:lnTo>
                <a:lnTo>
                  <a:pt x="6950013" y="2489"/>
                </a:lnTo>
                <a:lnTo>
                  <a:pt x="6959554" y="2501"/>
                </a:lnTo>
                <a:lnTo>
                  <a:pt x="6969094" y="2512"/>
                </a:lnTo>
                <a:lnTo>
                  <a:pt x="6978635" y="2524"/>
                </a:lnTo>
                <a:lnTo>
                  <a:pt x="6988176" y="2536"/>
                </a:lnTo>
                <a:lnTo>
                  <a:pt x="6997716" y="2548"/>
                </a:lnTo>
                <a:lnTo>
                  <a:pt x="7007257" y="2560"/>
                </a:lnTo>
                <a:lnTo>
                  <a:pt x="7016797" y="2573"/>
                </a:lnTo>
                <a:lnTo>
                  <a:pt x="7026338" y="2585"/>
                </a:lnTo>
                <a:lnTo>
                  <a:pt x="7035878" y="2598"/>
                </a:lnTo>
                <a:lnTo>
                  <a:pt x="7045419" y="2610"/>
                </a:lnTo>
                <a:lnTo>
                  <a:pt x="7054959" y="2623"/>
                </a:lnTo>
                <a:lnTo>
                  <a:pt x="7064500" y="2636"/>
                </a:lnTo>
                <a:lnTo>
                  <a:pt x="7074040" y="2649"/>
                </a:lnTo>
                <a:lnTo>
                  <a:pt x="7083581" y="2663"/>
                </a:lnTo>
                <a:lnTo>
                  <a:pt x="7093121" y="2676"/>
                </a:lnTo>
                <a:lnTo>
                  <a:pt x="7102662" y="2690"/>
                </a:lnTo>
                <a:lnTo>
                  <a:pt x="7112202" y="2703"/>
                </a:lnTo>
                <a:lnTo>
                  <a:pt x="7121743" y="2717"/>
                </a:lnTo>
                <a:lnTo>
                  <a:pt x="7131283" y="2732"/>
                </a:lnTo>
                <a:lnTo>
                  <a:pt x="7140824" y="2746"/>
                </a:lnTo>
                <a:lnTo>
                  <a:pt x="7150365" y="2761"/>
                </a:lnTo>
                <a:lnTo>
                  <a:pt x="7159905" y="2776"/>
                </a:lnTo>
                <a:lnTo>
                  <a:pt x="7169446" y="2791"/>
                </a:lnTo>
                <a:lnTo>
                  <a:pt x="7178986" y="2806"/>
                </a:lnTo>
                <a:lnTo>
                  <a:pt x="7188527" y="2822"/>
                </a:lnTo>
                <a:lnTo>
                  <a:pt x="7198067" y="2838"/>
                </a:lnTo>
                <a:lnTo>
                  <a:pt x="7207608" y="2854"/>
                </a:lnTo>
                <a:lnTo>
                  <a:pt x="7217148" y="2871"/>
                </a:lnTo>
                <a:lnTo>
                  <a:pt x="7226689" y="2888"/>
                </a:lnTo>
                <a:lnTo>
                  <a:pt x="7236229" y="2905"/>
                </a:lnTo>
                <a:lnTo>
                  <a:pt x="7245770" y="2923"/>
                </a:lnTo>
                <a:lnTo>
                  <a:pt x="7255310" y="2941"/>
                </a:lnTo>
                <a:lnTo>
                  <a:pt x="7264851" y="2959"/>
                </a:lnTo>
                <a:lnTo>
                  <a:pt x="7274391" y="2978"/>
                </a:lnTo>
                <a:lnTo>
                  <a:pt x="7283932" y="2997"/>
                </a:lnTo>
                <a:lnTo>
                  <a:pt x="7293472" y="3017"/>
                </a:lnTo>
                <a:lnTo>
                  <a:pt x="7303013" y="3037"/>
                </a:lnTo>
                <a:lnTo>
                  <a:pt x="7312554" y="3058"/>
                </a:lnTo>
              </a:path>
            </a:pathLst>
          </a:custGeom>
          <a:noFill/>
          <a:ln w="19050">
            <a:solidFill>
              <a:srgbClr val="EB683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(b) n_e curve"/>
          <p:cNvSpPr/>
          <p:nvPr/>
        </p:nvSpPr>
        <p:spPr>
          <a:xfrm>
            <a:off x="4346046" y="2026138"/>
            <a:ext cx="7312554" cy="329378"/>
          </a:xfrm>
          <a:custGeom>
            <a:avLst/>
            <a:gdLst/>
            <a:ahLst/>
            <a:cxnLst/>
            <a:rect l="l" t="t" r="r" b="b"/>
            <a:pathLst>
              <a:path w="7312554" h="329378">
                <a:moveTo>
                  <a:pt x="0" y="329378"/>
                </a:moveTo>
                <a:lnTo>
                  <a:pt x="5292" y="326091"/>
                </a:lnTo>
                <a:lnTo>
                  <a:pt x="10584" y="322863"/>
                </a:lnTo>
                <a:lnTo>
                  <a:pt x="15877" y="319693"/>
                </a:lnTo>
                <a:lnTo>
                  <a:pt x="21169" y="316580"/>
                </a:lnTo>
                <a:lnTo>
                  <a:pt x="26462" y="313524"/>
                </a:lnTo>
                <a:lnTo>
                  <a:pt x="31754" y="310525"/>
                </a:lnTo>
                <a:lnTo>
                  <a:pt x="37046" y="307582"/>
                </a:lnTo>
                <a:lnTo>
                  <a:pt x="42339" y="304693"/>
                </a:lnTo>
                <a:lnTo>
                  <a:pt x="47631" y="301860"/>
                </a:lnTo>
                <a:lnTo>
                  <a:pt x="52923" y="299081"/>
                </a:lnTo>
                <a:lnTo>
                  <a:pt x="58216" y="296354"/>
                </a:lnTo>
                <a:lnTo>
                  <a:pt x="63508" y="293680"/>
                </a:lnTo>
                <a:lnTo>
                  <a:pt x="68801" y="291058"/>
                </a:lnTo>
                <a:lnTo>
                  <a:pt x="74093" y="288487"/>
                </a:lnTo>
                <a:lnTo>
                  <a:pt x="79385" y="285966"/>
                </a:lnTo>
                <a:lnTo>
                  <a:pt x="84678" y="283495"/>
                </a:lnTo>
                <a:lnTo>
                  <a:pt x="89970" y="281072"/>
                </a:lnTo>
                <a:lnTo>
                  <a:pt x="95263" y="278698"/>
                </a:lnTo>
                <a:lnTo>
                  <a:pt x="100555" y="276371"/>
                </a:lnTo>
                <a:lnTo>
                  <a:pt x="105847" y="274090"/>
                </a:lnTo>
                <a:lnTo>
                  <a:pt x="111140" y="271855"/>
                </a:lnTo>
                <a:lnTo>
                  <a:pt x="116432" y="269664"/>
                </a:lnTo>
                <a:lnTo>
                  <a:pt x="121724" y="267518"/>
                </a:lnTo>
                <a:lnTo>
                  <a:pt x="127017" y="265415"/>
                </a:lnTo>
                <a:lnTo>
                  <a:pt x="132309" y="263355"/>
                </a:lnTo>
                <a:lnTo>
                  <a:pt x="137602" y="261336"/>
                </a:lnTo>
                <a:lnTo>
                  <a:pt x="142894" y="259358"/>
                </a:lnTo>
                <a:lnTo>
                  <a:pt x="148186" y="257421"/>
                </a:lnTo>
                <a:lnTo>
                  <a:pt x="153479" y="255523"/>
                </a:lnTo>
                <a:lnTo>
                  <a:pt x="158771" y="253663"/>
                </a:lnTo>
                <a:lnTo>
                  <a:pt x="164063" y="251842"/>
                </a:lnTo>
                <a:lnTo>
                  <a:pt x="169356" y="250057"/>
                </a:lnTo>
                <a:lnTo>
                  <a:pt x="174648" y="248309"/>
                </a:lnTo>
                <a:lnTo>
                  <a:pt x="179941" y="246596"/>
                </a:lnTo>
                <a:lnTo>
                  <a:pt x="185233" y="244918"/>
                </a:lnTo>
                <a:lnTo>
                  <a:pt x="190525" y="243274"/>
                </a:lnTo>
                <a:lnTo>
                  <a:pt x="195818" y="241663"/>
                </a:lnTo>
                <a:lnTo>
                  <a:pt x="201110" y="240085"/>
                </a:lnTo>
                <a:lnTo>
                  <a:pt x="206402" y="238539"/>
                </a:lnTo>
                <a:lnTo>
                  <a:pt x="211695" y="237024"/>
                </a:lnTo>
                <a:lnTo>
                  <a:pt x="216987" y="235539"/>
                </a:lnTo>
                <a:lnTo>
                  <a:pt x="222280" y="234084"/>
                </a:lnTo>
                <a:lnTo>
                  <a:pt x="227572" y="232658"/>
                </a:lnTo>
                <a:lnTo>
                  <a:pt x="232864" y="231261"/>
                </a:lnTo>
                <a:lnTo>
                  <a:pt x="238157" y="229891"/>
                </a:lnTo>
                <a:lnTo>
                  <a:pt x="243449" y="228548"/>
                </a:lnTo>
                <a:lnTo>
                  <a:pt x="248742" y="227231"/>
                </a:lnTo>
                <a:lnTo>
                  <a:pt x="254034" y="225940"/>
                </a:lnTo>
                <a:lnTo>
                  <a:pt x="259326" y="224674"/>
                </a:lnTo>
                <a:lnTo>
                  <a:pt x="264619" y="223433"/>
                </a:lnTo>
                <a:lnTo>
                  <a:pt x="269911" y="222216"/>
                </a:lnTo>
                <a:lnTo>
                  <a:pt x="275203" y="221021"/>
                </a:lnTo>
                <a:lnTo>
                  <a:pt x="280496" y="219850"/>
                </a:lnTo>
                <a:lnTo>
                  <a:pt x="285788" y="218701"/>
                </a:lnTo>
                <a:lnTo>
                  <a:pt x="291081" y="217573"/>
                </a:lnTo>
                <a:lnTo>
                  <a:pt x="296373" y="216467"/>
                </a:lnTo>
                <a:lnTo>
                  <a:pt x="301665" y="215381"/>
                </a:lnTo>
                <a:lnTo>
                  <a:pt x="306958" y="214315"/>
                </a:lnTo>
                <a:lnTo>
                  <a:pt x="312250" y="213268"/>
                </a:lnTo>
                <a:lnTo>
                  <a:pt x="317542" y="212241"/>
                </a:lnTo>
                <a:lnTo>
                  <a:pt x="322835" y="211232"/>
                </a:lnTo>
                <a:lnTo>
                  <a:pt x="328127" y="210241"/>
                </a:lnTo>
                <a:lnTo>
                  <a:pt x="333420" y="209268"/>
                </a:lnTo>
                <a:lnTo>
                  <a:pt x="338712" y="208312"/>
                </a:lnTo>
                <a:lnTo>
                  <a:pt x="344004" y="207372"/>
                </a:lnTo>
                <a:lnTo>
                  <a:pt x="349297" y="206449"/>
                </a:lnTo>
                <a:lnTo>
                  <a:pt x="354589" y="205542"/>
                </a:lnTo>
                <a:lnTo>
                  <a:pt x="359881" y="204650"/>
                </a:lnTo>
                <a:lnTo>
                  <a:pt x="365174" y="203773"/>
                </a:lnTo>
                <a:lnTo>
                  <a:pt x="370466" y="202911"/>
                </a:lnTo>
                <a:lnTo>
                  <a:pt x="375759" y="202063"/>
                </a:lnTo>
                <a:lnTo>
                  <a:pt x="388990" y="199996"/>
                </a:lnTo>
                <a:lnTo>
                  <a:pt x="410159" y="196870"/>
                </a:lnTo>
                <a:lnTo>
                  <a:pt x="431329" y="193932"/>
                </a:lnTo>
                <a:lnTo>
                  <a:pt x="452498" y="191165"/>
                </a:lnTo>
                <a:lnTo>
                  <a:pt x="473668" y="188552"/>
                </a:lnTo>
                <a:lnTo>
                  <a:pt x="494837" y="186079"/>
                </a:lnTo>
                <a:lnTo>
                  <a:pt x="516007" y="183733"/>
                </a:lnTo>
                <a:lnTo>
                  <a:pt x="537176" y="181503"/>
                </a:lnTo>
                <a:lnTo>
                  <a:pt x="558346" y="179379"/>
                </a:lnTo>
                <a:lnTo>
                  <a:pt x="579515" y="177352"/>
                </a:lnTo>
                <a:lnTo>
                  <a:pt x="600685" y="175414"/>
                </a:lnTo>
                <a:lnTo>
                  <a:pt x="621854" y="173557"/>
                </a:lnTo>
                <a:lnTo>
                  <a:pt x="643024" y="171776"/>
                </a:lnTo>
                <a:lnTo>
                  <a:pt x="664193" y="170064"/>
                </a:lnTo>
                <a:lnTo>
                  <a:pt x="685363" y="168417"/>
                </a:lnTo>
                <a:lnTo>
                  <a:pt x="706532" y="166830"/>
                </a:lnTo>
                <a:lnTo>
                  <a:pt x="727702" y="165298"/>
                </a:lnTo>
                <a:lnTo>
                  <a:pt x="748871" y="163819"/>
                </a:lnTo>
                <a:lnTo>
                  <a:pt x="770041" y="162388"/>
                </a:lnTo>
                <a:lnTo>
                  <a:pt x="791210" y="161002"/>
                </a:lnTo>
                <a:lnTo>
                  <a:pt x="809869" y="159659"/>
                </a:lnTo>
                <a:lnTo>
                  <a:pt x="825600" y="158357"/>
                </a:lnTo>
                <a:lnTo>
                  <a:pt x="840937" y="157092"/>
                </a:lnTo>
                <a:lnTo>
                  <a:pt x="855900" y="155862"/>
                </a:lnTo>
                <a:lnTo>
                  <a:pt x="870507" y="154666"/>
                </a:lnTo>
                <a:lnTo>
                  <a:pt x="884774" y="153502"/>
                </a:lnTo>
                <a:lnTo>
                  <a:pt x="898716" y="152368"/>
                </a:lnTo>
                <a:lnTo>
                  <a:pt x="912349" y="151263"/>
                </a:lnTo>
                <a:lnTo>
                  <a:pt x="925686" y="150185"/>
                </a:lnTo>
                <a:lnTo>
                  <a:pt x="938739" y="149133"/>
                </a:lnTo>
                <a:lnTo>
                  <a:pt x="970205" y="146590"/>
                </a:lnTo>
                <a:lnTo>
                  <a:pt x="1017417" y="142832"/>
                </a:lnTo>
                <a:lnTo>
                  <a:pt x="1061254" y="139367"/>
                </a:lnTo>
                <a:lnTo>
                  <a:pt x="1102166" y="136153"/>
                </a:lnTo>
                <a:lnTo>
                  <a:pt x="1140519" y="133155"/>
                </a:lnTo>
                <a:lnTo>
                  <a:pt x="1176615" y="130346"/>
                </a:lnTo>
                <a:lnTo>
                  <a:pt x="1210705" y="127703"/>
                </a:lnTo>
                <a:lnTo>
                  <a:pt x="1243000" y="125208"/>
                </a:lnTo>
                <a:lnTo>
                  <a:pt x="1273679" y="122844"/>
                </a:lnTo>
                <a:lnTo>
                  <a:pt x="1302897" y="120599"/>
                </a:lnTo>
                <a:lnTo>
                  <a:pt x="1330786" y="118462"/>
                </a:lnTo>
                <a:lnTo>
                  <a:pt x="1357462" y="116423"/>
                </a:lnTo>
                <a:lnTo>
                  <a:pt x="1383026" y="114473"/>
                </a:lnTo>
                <a:lnTo>
                  <a:pt x="1407568" y="112605"/>
                </a:lnTo>
                <a:lnTo>
                  <a:pt x="1431165" y="110813"/>
                </a:lnTo>
                <a:lnTo>
                  <a:pt x="1453888" y="109091"/>
                </a:lnTo>
                <a:lnTo>
                  <a:pt x="1475800" y="107433"/>
                </a:lnTo>
                <a:lnTo>
                  <a:pt x="1496955" y="105836"/>
                </a:lnTo>
                <a:lnTo>
                  <a:pt x="1517406" y="104295"/>
                </a:lnTo>
                <a:lnTo>
                  <a:pt x="1537196" y="102807"/>
                </a:lnTo>
                <a:lnTo>
                  <a:pt x="1584048" y="99266"/>
                </a:lnTo>
                <a:lnTo>
                  <a:pt x="1652280" y="94195"/>
                </a:lnTo>
                <a:lnTo>
                  <a:pt x="1713677" y="89668"/>
                </a:lnTo>
                <a:lnTo>
                  <a:pt x="1769484" y="85586"/>
                </a:lnTo>
                <a:lnTo>
                  <a:pt x="1820635" y="81878"/>
                </a:lnTo>
                <a:lnTo>
                  <a:pt x="1867847" y="78487"/>
                </a:lnTo>
                <a:lnTo>
                  <a:pt x="1911684" y="75367"/>
                </a:lnTo>
                <a:lnTo>
                  <a:pt x="1952596" y="72484"/>
                </a:lnTo>
                <a:lnTo>
                  <a:pt x="1990949" y="69809"/>
                </a:lnTo>
                <a:lnTo>
                  <a:pt x="2027045" y="67317"/>
                </a:lnTo>
                <a:lnTo>
                  <a:pt x="2061135" y="64989"/>
                </a:lnTo>
                <a:lnTo>
                  <a:pt x="2093430" y="62806"/>
                </a:lnTo>
                <a:lnTo>
                  <a:pt x="2124109" y="60755"/>
                </a:lnTo>
                <a:lnTo>
                  <a:pt x="2153326" y="58823"/>
                </a:lnTo>
                <a:lnTo>
                  <a:pt x="2181216" y="57000"/>
                </a:lnTo>
                <a:lnTo>
                  <a:pt x="2207892" y="55275"/>
                </a:lnTo>
                <a:lnTo>
                  <a:pt x="2233456" y="53641"/>
                </a:lnTo>
                <a:lnTo>
                  <a:pt x="2257998" y="52089"/>
                </a:lnTo>
                <a:lnTo>
                  <a:pt x="2281595" y="50614"/>
                </a:lnTo>
                <a:lnTo>
                  <a:pt x="2304318" y="49210"/>
                </a:lnTo>
                <a:lnTo>
                  <a:pt x="2326230" y="47872"/>
                </a:lnTo>
                <a:lnTo>
                  <a:pt x="2347385" y="46594"/>
                </a:lnTo>
                <a:lnTo>
                  <a:pt x="2367836" y="45374"/>
                </a:lnTo>
                <a:lnTo>
                  <a:pt x="2387626" y="44206"/>
                </a:lnTo>
                <a:lnTo>
                  <a:pt x="2406798" y="43087"/>
                </a:lnTo>
                <a:lnTo>
                  <a:pt x="2425389" y="42015"/>
                </a:lnTo>
                <a:lnTo>
                  <a:pt x="2443434" y="40986"/>
                </a:lnTo>
                <a:lnTo>
                  <a:pt x="2460962" y="39999"/>
                </a:lnTo>
                <a:lnTo>
                  <a:pt x="2478004" y="39049"/>
                </a:lnTo>
                <a:lnTo>
                  <a:pt x="2494584" y="38136"/>
                </a:lnTo>
                <a:lnTo>
                  <a:pt x="2510729" y="37257"/>
                </a:lnTo>
                <a:lnTo>
                  <a:pt x="2526459" y="36411"/>
                </a:lnTo>
                <a:lnTo>
                  <a:pt x="2541797" y="35595"/>
                </a:lnTo>
                <a:lnTo>
                  <a:pt x="2556760" y="34808"/>
                </a:lnTo>
                <a:lnTo>
                  <a:pt x="2571366" y="34048"/>
                </a:lnTo>
                <a:lnTo>
                  <a:pt x="2585633" y="33314"/>
                </a:lnTo>
                <a:lnTo>
                  <a:pt x="2599576" y="32606"/>
                </a:lnTo>
                <a:lnTo>
                  <a:pt x="2613209" y="31921"/>
                </a:lnTo>
                <a:lnTo>
                  <a:pt x="2626546" y="31258"/>
                </a:lnTo>
                <a:lnTo>
                  <a:pt x="2639598" y="30617"/>
                </a:lnTo>
                <a:lnTo>
                  <a:pt x="2652379" y="29996"/>
                </a:lnTo>
                <a:lnTo>
                  <a:pt x="2664899" y="29394"/>
                </a:lnTo>
                <a:lnTo>
                  <a:pt x="2677169" y="28811"/>
                </a:lnTo>
                <a:lnTo>
                  <a:pt x="2689198" y="28246"/>
                </a:lnTo>
                <a:lnTo>
                  <a:pt x="2700995" y="27699"/>
                </a:lnTo>
                <a:lnTo>
                  <a:pt x="2712570" y="27167"/>
                </a:lnTo>
                <a:lnTo>
                  <a:pt x="2723931" y="26651"/>
                </a:lnTo>
                <a:lnTo>
                  <a:pt x="2735085" y="26150"/>
                </a:lnTo>
                <a:lnTo>
                  <a:pt x="2746040" y="25663"/>
                </a:lnTo>
                <a:lnTo>
                  <a:pt x="2756802" y="25190"/>
                </a:lnTo>
                <a:lnTo>
                  <a:pt x="2767379" y="24731"/>
                </a:lnTo>
                <a:lnTo>
                  <a:pt x="2777777" y="24284"/>
                </a:lnTo>
                <a:lnTo>
                  <a:pt x="2788002" y="23849"/>
                </a:lnTo>
                <a:lnTo>
                  <a:pt x="2798059" y="23426"/>
                </a:lnTo>
                <a:lnTo>
                  <a:pt x="2807953" y="23015"/>
                </a:lnTo>
                <a:lnTo>
                  <a:pt x="2817691" y="22614"/>
                </a:lnTo>
                <a:lnTo>
                  <a:pt x="2827276" y="22224"/>
                </a:lnTo>
                <a:lnTo>
                  <a:pt x="2836714" y="21844"/>
                </a:lnTo>
                <a:lnTo>
                  <a:pt x="2846009" y="21474"/>
                </a:lnTo>
                <a:lnTo>
                  <a:pt x="2855165" y="21113"/>
                </a:lnTo>
                <a:lnTo>
                  <a:pt x="2864187" y="20761"/>
                </a:lnTo>
                <a:lnTo>
                  <a:pt x="2873078" y="20419"/>
                </a:lnTo>
                <a:lnTo>
                  <a:pt x="2881842" y="20084"/>
                </a:lnTo>
                <a:lnTo>
                  <a:pt x="2890482" y="19758"/>
                </a:lnTo>
                <a:lnTo>
                  <a:pt x="2899002" y="19440"/>
                </a:lnTo>
                <a:lnTo>
                  <a:pt x="2907406" y="19129"/>
                </a:lnTo>
                <a:lnTo>
                  <a:pt x="2915696" y="18826"/>
                </a:lnTo>
                <a:lnTo>
                  <a:pt x="2923876" y="18530"/>
                </a:lnTo>
                <a:lnTo>
                  <a:pt x="2931947" y="18241"/>
                </a:lnTo>
                <a:lnTo>
                  <a:pt x="2939914" y="17959"/>
                </a:lnTo>
                <a:lnTo>
                  <a:pt x="2947779" y="17683"/>
                </a:lnTo>
                <a:lnTo>
                  <a:pt x="2955545" y="17414"/>
                </a:lnTo>
                <a:lnTo>
                  <a:pt x="2963213" y="17151"/>
                </a:lnTo>
                <a:lnTo>
                  <a:pt x="2970787" y="16893"/>
                </a:lnTo>
                <a:lnTo>
                  <a:pt x="2978268" y="16642"/>
                </a:lnTo>
                <a:lnTo>
                  <a:pt x="2985659" y="16396"/>
                </a:lnTo>
                <a:lnTo>
                  <a:pt x="2992962" y="16155"/>
                </a:lnTo>
                <a:lnTo>
                  <a:pt x="3000179" y="15920"/>
                </a:lnTo>
                <a:lnTo>
                  <a:pt x="3007313" y="15690"/>
                </a:lnTo>
                <a:lnTo>
                  <a:pt x="3014364" y="15465"/>
                </a:lnTo>
                <a:lnTo>
                  <a:pt x="3021335" y="15244"/>
                </a:lnTo>
                <a:lnTo>
                  <a:pt x="3028228" y="15029"/>
                </a:lnTo>
                <a:lnTo>
                  <a:pt x="3035044" y="14818"/>
                </a:lnTo>
                <a:lnTo>
                  <a:pt x="3041786" y="14611"/>
                </a:lnTo>
                <a:lnTo>
                  <a:pt x="3048454" y="14409"/>
                </a:lnTo>
                <a:lnTo>
                  <a:pt x="3055050" y="14210"/>
                </a:lnTo>
                <a:lnTo>
                  <a:pt x="3061576" y="14016"/>
                </a:lnTo>
                <a:lnTo>
                  <a:pt x="3068034" y="13826"/>
                </a:lnTo>
                <a:lnTo>
                  <a:pt x="3074424" y="13640"/>
                </a:lnTo>
                <a:lnTo>
                  <a:pt x="3080748" y="13457"/>
                </a:lnTo>
                <a:lnTo>
                  <a:pt x="3087008" y="13278"/>
                </a:lnTo>
                <a:lnTo>
                  <a:pt x="3093205" y="13103"/>
                </a:lnTo>
                <a:lnTo>
                  <a:pt x="3099339" y="12931"/>
                </a:lnTo>
                <a:lnTo>
                  <a:pt x="3105413" y="12763"/>
                </a:lnTo>
                <a:lnTo>
                  <a:pt x="3111427" y="12598"/>
                </a:lnTo>
                <a:lnTo>
                  <a:pt x="3117383" y="12436"/>
                </a:lnTo>
                <a:lnTo>
                  <a:pt x="3123282" y="12277"/>
                </a:lnTo>
                <a:lnTo>
                  <a:pt x="3129124" y="12121"/>
                </a:lnTo>
                <a:lnTo>
                  <a:pt x="3134912" y="11968"/>
                </a:lnTo>
                <a:lnTo>
                  <a:pt x="3140645" y="11818"/>
                </a:lnTo>
                <a:lnTo>
                  <a:pt x="3146325" y="11671"/>
                </a:lnTo>
                <a:lnTo>
                  <a:pt x="3151953" y="11527"/>
                </a:lnTo>
                <a:lnTo>
                  <a:pt x="3157530" y="11385"/>
                </a:lnTo>
                <a:lnTo>
                  <a:pt x="3163057" y="11246"/>
                </a:lnTo>
                <a:lnTo>
                  <a:pt x="3168534" y="11110"/>
                </a:lnTo>
                <a:lnTo>
                  <a:pt x="3173963" y="10976"/>
                </a:lnTo>
                <a:lnTo>
                  <a:pt x="3179344" y="10844"/>
                </a:lnTo>
                <a:lnTo>
                  <a:pt x="3184679" y="10715"/>
                </a:lnTo>
                <a:lnTo>
                  <a:pt x="3189967" y="10589"/>
                </a:lnTo>
                <a:lnTo>
                  <a:pt x="3195210" y="10464"/>
                </a:lnTo>
                <a:lnTo>
                  <a:pt x="3200409" y="10342"/>
                </a:lnTo>
                <a:lnTo>
                  <a:pt x="3205564" y="10222"/>
                </a:lnTo>
                <a:lnTo>
                  <a:pt x="3210676" y="10104"/>
                </a:lnTo>
                <a:lnTo>
                  <a:pt x="3215746" y="9988"/>
                </a:lnTo>
                <a:lnTo>
                  <a:pt x="3220775" y="9874"/>
                </a:lnTo>
                <a:lnTo>
                  <a:pt x="3225762" y="9762"/>
                </a:lnTo>
                <a:lnTo>
                  <a:pt x="3230709" y="9652"/>
                </a:lnTo>
                <a:lnTo>
                  <a:pt x="3235617" y="9544"/>
                </a:lnTo>
                <a:lnTo>
                  <a:pt x="3240486" y="9437"/>
                </a:lnTo>
                <a:lnTo>
                  <a:pt x="3245316" y="9333"/>
                </a:lnTo>
                <a:lnTo>
                  <a:pt x="3250109" y="9230"/>
                </a:lnTo>
                <a:lnTo>
                  <a:pt x="3254864" y="9129"/>
                </a:lnTo>
                <a:lnTo>
                  <a:pt x="3259583" y="9030"/>
                </a:lnTo>
                <a:lnTo>
                  <a:pt x="3264266" y="8933"/>
                </a:lnTo>
                <a:lnTo>
                  <a:pt x="3268914" y="8837"/>
                </a:lnTo>
                <a:lnTo>
                  <a:pt x="3273526" y="8742"/>
                </a:lnTo>
                <a:lnTo>
                  <a:pt x="3278104" y="8649"/>
                </a:lnTo>
                <a:lnTo>
                  <a:pt x="3282648" y="8558"/>
                </a:lnTo>
                <a:lnTo>
                  <a:pt x="3287159" y="8468"/>
                </a:lnTo>
                <a:lnTo>
                  <a:pt x="3291637" y="8380"/>
                </a:lnTo>
                <a:lnTo>
                  <a:pt x="3296082" y="8293"/>
                </a:lnTo>
                <a:lnTo>
                  <a:pt x="3300495" y="8207"/>
                </a:lnTo>
                <a:lnTo>
                  <a:pt x="3304877" y="8123"/>
                </a:lnTo>
                <a:lnTo>
                  <a:pt x="3309228" y="8040"/>
                </a:lnTo>
                <a:lnTo>
                  <a:pt x="3313548" y="7959"/>
                </a:lnTo>
                <a:lnTo>
                  <a:pt x="3317838" y="7878"/>
                </a:lnTo>
                <a:lnTo>
                  <a:pt x="3322098" y="7799"/>
                </a:lnTo>
                <a:lnTo>
                  <a:pt x="3326329" y="7722"/>
                </a:lnTo>
                <a:lnTo>
                  <a:pt x="3330531" y="7645"/>
                </a:lnTo>
                <a:lnTo>
                  <a:pt x="3334704" y="7570"/>
                </a:lnTo>
                <a:lnTo>
                  <a:pt x="3338849" y="7495"/>
                </a:lnTo>
                <a:lnTo>
                  <a:pt x="3342966" y="7422"/>
                </a:lnTo>
                <a:lnTo>
                  <a:pt x="3347056" y="7350"/>
                </a:lnTo>
                <a:lnTo>
                  <a:pt x="3351118" y="7279"/>
                </a:lnTo>
                <a:lnTo>
                  <a:pt x="3355154" y="7210"/>
                </a:lnTo>
                <a:lnTo>
                  <a:pt x="3359164" y="7141"/>
                </a:lnTo>
                <a:lnTo>
                  <a:pt x="3363147" y="7073"/>
                </a:lnTo>
                <a:lnTo>
                  <a:pt x="3367105" y="7006"/>
                </a:lnTo>
                <a:lnTo>
                  <a:pt x="3371038" y="6940"/>
                </a:lnTo>
                <a:lnTo>
                  <a:pt x="3374945" y="6876"/>
                </a:lnTo>
                <a:lnTo>
                  <a:pt x="3378828" y="6812"/>
                </a:lnTo>
                <a:lnTo>
                  <a:pt x="3382686" y="6749"/>
                </a:lnTo>
                <a:lnTo>
                  <a:pt x="3386520" y="6687"/>
                </a:lnTo>
                <a:lnTo>
                  <a:pt x="3390330" y="6626"/>
                </a:lnTo>
                <a:lnTo>
                  <a:pt x="3394117" y="6566"/>
                </a:lnTo>
                <a:lnTo>
                  <a:pt x="3397881" y="6506"/>
                </a:lnTo>
                <a:lnTo>
                  <a:pt x="3401621" y="6448"/>
                </a:lnTo>
                <a:lnTo>
                  <a:pt x="3405339" y="6390"/>
                </a:lnTo>
                <a:lnTo>
                  <a:pt x="3409035" y="6333"/>
                </a:lnTo>
                <a:lnTo>
                  <a:pt x="3412708" y="6277"/>
                </a:lnTo>
                <a:lnTo>
                  <a:pt x="3416360" y="6222"/>
                </a:lnTo>
                <a:lnTo>
                  <a:pt x="3419989" y="6167"/>
                </a:lnTo>
                <a:lnTo>
                  <a:pt x="3423598" y="6113"/>
                </a:lnTo>
                <a:lnTo>
                  <a:pt x="3427185" y="6060"/>
                </a:lnTo>
                <a:lnTo>
                  <a:pt x="3430752" y="6008"/>
                </a:lnTo>
                <a:lnTo>
                  <a:pt x="3434298" y="5956"/>
                </a:lnTo>
                <a:lnTo>
                  <a:pt x="3437824" y="5905"/>
                </a:lnTo>
                <a:lnTo>
                  <a:pt x="3441329" y="5855"/>
                </a:lnTo>
                <a:lnTo>
                  <a:pt x="3444815" y="5806"/>
                </a:lnTo>
                <a:lnTo>
                  <a:pt x="3448281" y="5757"/>
                </a:lnTo>
                <a:lnTo>
                  <a:pt x="3451727" y="5709"/>
                </a:lnTo>
                <a:lnTo>
                  <a:pt x="3455154" y="5661"/>
                </a:lnTo>
                <a:lnTo>
                  <a:pt x="3458562" y="5614"/>
                </a:lnTo>
                <a:lnTo>
                  <a:pt x="3461951" y="5568"/>
                </a:lnTo>
                <a:lnTo>
                  <a:pt x="3465322" y="5522"/>
                </a:lnTo>
                <a:lnTo>
                  <a:pt x="3468674" y="5477"/>
                </a:lnTo>
                <a:lnTo>
                  <a:pt x="3472008" y="5432"/>
                </a:lnTo>
                <a:lnTo>
                  <a:pt x="3475324" y="5388"/>
                </a:lnTo>
                <a:lnTo>
                  <a:pt x="3478622" y="5345"/>
                </a:lnTo>
                <a:lnTo>
                  <a:pt x="3481903" y="5302"/>
                </a:lnTo>
                <a:lnTo>
                  <a:pt x="3485166" y="5260"/>
                </a:lnTo>
                <a:lnTo>
                  <a:pt x="3488412" y="5218"/>
                </a:lnTo>
                <a:lnTo>
                  <a:pt x="3491641" y="5176"/>
                </a:lnTo>
                <a:lnTo>
                  <a:pt x="3494852" y="5136"/>
                </a:lnTo>
                <a:lnTo>
                  <a:pt x="3498048" y="5095"/>
                </a:lnTo>
                <a:lnTo>
                  <a:pt x="3501226" y="5056"/>
                </a:lnTo>
                <a:lnTo>
                  <a:pt x="3504388" y="5016"/>
                </a:lnTo>
                <a:lnTo>
                  <a:pt x="3507534" y="4978"/>
                </a:lnTo>
                <a:lnTo>
                  <a:pt x="3510664" y="4939"/>
                </a:lnTo>
                <a:lnTo>
                  <a:pt x="3513778" y="4901"/>
                </a:lnTo>
                <a:lnTo>
                  <a:pt x="3516876" y="4864"/>
                </a:lnTo>
                <a:lnTo>
                  <a:pt x="3519959" y="4827"/>
                </a:lnTo>
                <a:lnTo>
                  <a:pt x="3523026" y="4791"/>
                </a:lnTo>
                <a:lnTo>
                  <a:pt x="3526078" y="4755"/>
                </a:lnTo>
                <a:lnTo>
                  <a:pt x="3529115" y="4719"/>
                </a:lnTo>
                <a:lnTo>
                  <a:pt x="3532137" y="4684"/>
                </a:lnTo>
                <a:lnTo>
                  <a:pt x="3535144" y="4649"/>
                </a:lnTo>
                <a:lnTo>
                  <a:pt x="3538137" y="4614"/>
                </a:lnTo>
                <a:lnTo>
                  <a:pt x="3541115" y="4580"/>
                </a:lnTo>
                <a:lnTo>
                  <a:pt x="3544078" y="4547"/>
                </a:lnTo>
                <a:lnTo>
                  <a:pt x="3547028" y="4513"/>
                </a:lnTo>
                <a:lnTo>
                  <a:pt x="3549963" y="4481"/>
                </a:lnTo>
                <a:lnTo>
                  <a:pt x="3552884" y="4448"/>
                </a:lnTo>
                <a:lnTo>
                  <a:pt x="3555791" y="4416"/>
                </a:lnTo>
                <a:lnTo>
                  <a:pt x="3558685" y="4384"/>
                </a:lnTo>
                <a:lnTo>
                  <a:pt x="3561565" y="4353"/>
                </a:lnTo>
                <a:lnTo>
                  <a:pt x="3564432" y="4322"/>
                </a:lnTo>
                <a:lnTo>
                  <a:pt x="3567285" y="4291"/>
                </a:lnTo>
                <a:lnTo>
                  <a:pt x="3570125" y="4261"/>
                </a:lnTo>
                <a:lnTo>
                  <a:pt x="3572952" y="4230"/>
                </a:lnTo>
                <a:lnTo>
                  <a:pt x="3575766" y="4201"/>
                </a:lnTo>
                <a:lnTo>
                  <a:pt x="3578567" y="4171"/>
                </a:lnTo>
                <a:lnTo>
                  <a:pt x="3581356" y="4142"/>
                </a:lnTo>
                <a:lnTo>
                  <a:pt x="3584132" y="4113"/>
                </a:lnTo>
                <a:lnTo>
                  <a:pt x="3586895" y="4085"/>
                </a:lnTo>
                <a:lnTo>
                  <a:pt x="3589646" y="4057"/>
                </a:lnTo>
                <a:lnTo>
                  <a:pt x="3592384" y="4029"/>
                </a:lnTo>
                <a:lnTo>
                  <a:pt x="3595111" y="4001"/>
                </a:lnTo>
                <a:lnTo>
                  <a:pt x="3597825" y="3974"/>
                </a:lnTo>
                <a:lnTo>
                  <a:pt x="3600528" y="3947"/>
                </a:lnTo>
                <a:lnTo>
                  <a:pt x="3603218" y="3920"/>
                </a:lnTo>
                <a:lnTo>
                  <a:pt x="3605897" y="3894"/>
                </a:lnTo>
                <a:lnTo>
                  <a:pt x="3608564" y="3867"/>
                </a:lnTo>
                <a:lnTo>
                  <a:pt x="3611220" y="3841"/>
                </a:lnTo>
                <a:lnTo>
                  <a:pt x="3613864" y="3816"/>
                </a:lnTo>
                <a:lnTo>
                  <a:pt x="3616497" y="3790"/>
                </a:lnTo>
                <a:lnTo>
                  <a:pt x="3619119" y="3765"/>
                </a:lnTo>
                <a:lnTo>
                  <a:pt x="3621729" y="3740"/>
                </a:lnTo>
                <a:lnTo>
                  <a:pt x="3624329" y="3715"/>
                </a:lnTo>
                <a:lnTo>
                  <a:pt x="3626917" y="3691"/>
                </a:lnTo>
                <a:lnTo>
                  <a:pt x="3629495" y="3667"/>
                </a:lnTo>
                <a:lnTo>
                  <a:pt x="3632061" y="3643"/>
                </a:lnTo>
                <a:lnTo>
                  <a:pt x="3634617" y="3619"/>
                </a:lnTo>
                <a:lnTo>
                  <a:pt x="3637163" y="3595"/>
                </a:lnTo>
                <a:lnTo>
                  <a:pt x="3639698" y="3572"/>
                </a:lnTo>
                <a:lnTo>
                  <a:pt x="3642222" y="3549"/>
                </a:lnTo>
                <a:lnTo>
                  <a:pt x="3644736" y="3526"/>
                </a:lnTo>
                <a:lnTo>
                  <a:pt x="3647240" y="3503"/>
                </a:lnTo>
                <a:lnTo>
                  <a:pt x="3649734" y="3481"/>
                </a:lnTo>
                <a:lnTo>
                  <a:pt x="3652218" y="3458"/>
                </a:lnTo>
                <a:lnTo>
                  <a:pt x="3654691" y="3436"/>
                </a:lnTo>
                <a:lnTo>
                  <a:pt x="3657155" y="3414"/>
                </a:lnTo>
                <a:lnTo>
                  <a:pt x="3659609" y="3393"/>
                </a:lnTo>
                <a:lnTo>
                  <a:pt x="3662053" y="3371"/>
                </a:lnTo>
                <a:lnTo>
                  <a:pt x="3664487" y="3350"/>
                </a:lnTo>
                <a:lnTo>
                  <a:pt x="3666912" y="3329"/>
                </a:lnTo>
                <a:lnTo>
                  <a:pt x="3669327" y="3308"/>
                </a:lnTo>
                <a:lnTo>
                  <a:pt x="3671733" y="3287"/>
                </a:lnTo>
                <a:lnTo>
                  <a:pt x="3674129" y="3267"/>
                </a:lnTo>
                <a:lnTo>
                  <a:pt x="3676516" y="3246"/>
                </a:lnTo>
                <a:lnTo>
                  <a:pt x="3678894" y="3226"/>
                </a:lnTo>
                <a:lnTo>
                  <a:pt x="3681262" y="3206"/>
                </a:lnTo>
                <a:lnTo>
                  <a:pt x="3683622" y="3186"/>
                </a:lnTo>
                <a:lnTo>
                  <a:pt x="3685972" y="3166"/>
                </a:lnTo>
                <a:lnTo>
                  <a:pt x="3688314" y="3147"/>
                </a:lnTo>
                <a:lnTo>
                  <a:pt x="3690646" y="3127"/>
                </a:lnTo>
                <a:lnTo>
                  <a:pt x="3692970" y="3108"/>
                </a:lnTo>
                <a:lnTo>
                  <a:pt x="3695285" y="3089"/>
                </a:lnTo>
                <a:lnTo>
                  <a:pt x="3697591" y="3070"/>
                </a:lnTo>
                <a:lnTo>
                  <a:pt x="3699889" y="3051"/>
                </a:lnTo>
                <a:lnTo>
                  <a:pt x="3702178" y="3033"/>
                </a:lnTo>
                <a:lnTo>
                  <a:pt x="3704458" y="3014"/>
                </a:lnTo>
                <a:lnTo>
                  <a:pt x="3706730" y="2996"/>
                </a:lnTo>
                <a:lnTo>
                  <a:pt x="3708994" y="2978"/>
                </a:lnTo>
                <a:lnTo>
                  <a:pt x="3711249" y="2960"/>
                </a:lnTo>
                <a:lnTo>
                  <a:pt x="3713496" y="2942"/>
                </a:lnTo>
                <a:lnTo>
                  <a:pt x="3715735" y="2924"/>
                </a:lnTo>
                <a:lnTo>
                  <a:pt x="3717966" y="2907"/>
                </a:lnTo>
                <a:lnTo>
                  <a:pt x="3720189" y="2889"/>
                </a:lnTo>
                <a:lnTo>
                  <a:pt x="3722403" y="2872"/>
                </a:lnTo>
                <a:lnTo>
                  <a:pt x="3724610" y="2854"/>
                </a:lnTo>
                <a:lnTo>
                  <a:pt x="3726809" y="2837"/>
                </a:lnTo>
                <a:lnTo>
                  <a:pt x="3729000" y="2820"/>
                </a:lnTo>
                <a:lnTo>
                  <a:pt x="3731183" y="2803"/>
                </a:lnTo>
                <a:lnTo>
                  <a:pt x="3733358" y="2787"/>
                </a:lnTo>
                <a:lnTo>
                  <a:pt x="3735526" y="2770"/>
                </a:lnTo>
                <a:lnTo>
                  <a:pt x="3737686" y="2754"/>
                </a:lnTo>
                <a:lnTo>
                  <a:pt x="3739838" y="2737"/>
                </a:lnTo>
                <a:lnTo>
                  <a:pt x="3741983" y="2721"/>
                </a:lnTo>
                <a:lnTo>
                  <a:pt x="3744121" y="2705"/>
                </a:lnTo>
                <a:lnTo>
                  <a:pt x="3746251" y="2689"/>
                </a:lnTo>
                <a:lnTo>
                  <a:pt x="3748374" y="2673"/>
                </a:lnTo>
                <a:lnTo>
                  <a:pt x="3750489" y="2657"/>
                </a:lnTo>
                <a:lnTo>
                  <a:pt x="3752597" y="2641"/>
                </a:lnTo>
                <a:lnTo>
                  <a:pt x="3754698" y="2626"/>
                </a:lnTo>
                <a:lnTo>
                  <a:pt x="3756792" y="2610"/>
                </a:lnTo>
                <a:lnTo>
                  <a:pt x="3758878" y="2595"/>
                </a:lnTo>
                <a:lnTo>
                  <a:pt x="3760958" y="2580"/>
                </a:lnTo>
                <a:lnTo>
                  <a:pt x="3763030" y="2564"/>
                </a:lnTo>
                <a:lnTo>
                  <a:pt x="3765096" y="2549"/>
                </a:lnTo>
                <a:lnTo>
                  <a:pt x="3767154" y="2534"/>
                </a:lnTo>
                <a:lnTo>
                  <a:pt x="3769206" y="2519"/>
                </a:lnTo>
                <a:lnTo>
                  <a:pt x="3771251" y="2505"/>
                </a:lnTo>
                <a:lnTo>
                  <a:pt x="3773289" y="2490"/>
                </a:lnTo>
                <a:lnTo>
                  <a:pt x="3775320" y="2475"/>
                </a:lnTo>
                <a:lnTo>
                  <a:pt x="3777345" y="2461"/>
                </a:lnTo>
                <a:lnTo>
                  <a:pt x="3779363" y="2446"/>
                </a:lnTo>
                <a:lnTo>
                  <a:pt x="3781374" y="2432"/>
                </a:lnTo>
                <a:lnTo>
                  <a:pt x="3783379" y="2418"/>
                </a:lnTo>
                <a:lnTo>
                  <a:pt x="3785377" y="2404"/>
                </a:lnTo>
                <a:lnTo>
                  <a:pt x="3787369" y="2390"/>
                </a:lnTo>
                <a:lnTo>
                  <a:pt x="3789354" y="2376"/>
                </a:lnTo>
                <a:lnTo>
                  <a:pt x="3791333" y="2362"/>
                </a:lnTo>
                <a:lnTo>
                  <a:pt x="3793306" y="2348"/>
                </a:lnTo>
                <a:lnTo>
                  <a:pt x="3795272" y="2334"/>
                </a:lnTo>
                <a:lnTo>
                  <a:pt x="3797232" y="2321"/>
                </a:lnTo>
                <a:lnTo>
                  <a:pt x="3799185" y="2307"/>
                </a:lnTo>
                <a:lnTo>
                  <a:pt x="3801133" y="2294"/>
                </a:lnTo>
                <a:lnTo>
                  <a:pt x="3803074" y="2280"/>
                </a:lnTo>
                <a:lnTo>
                  <a:pt x="3805009" y="2267"/>
                </a:lnTo>
                <a:lnTo>
                  <a:pt x="3806939" y="2254"/>
                </a:lnTo>
                <a:lnTo>
                  <a:pt x="3808862" y="2240"/>
                </a:lnTo>
                <a:lnTo>
                  <a:pt x="3810779" y="2227"/>
                </a:lnTo>
                <a:lnTo>
                  <a:pt x="3812690" y="2214"/>
                </a:lnTo>
                <a:lnTo>
                  <a:pt x="3814595" y="2201"/>
                </a:lnTo>
                <a:lnTo>
                  <a:pt x="3816494" y="2189"/>
                </a:lnTo>
                <a:lnTo>
                  <a:pt x="3818387" y="2176"/>
                </a:lnTo>
                <a:lnTo>
                  <a:pt x="3820275" y="2163"/>
                </a:lnTo>
                <a:lnTo>
                  <a:pt x="3822157" y="2150"/>
                </a:lnTo>
                <a:lnTo>
                  <a:pt x="3824033" y="2138"/>
                </a:lnTo>
                <a:lnTo>
                  <a:pt x="3825903" y="2125"/>
                </a:lnTo>
                <a:lnTo>
                  <a:pt x="3827768" y="2113"/>
                </a:lnTo>
                <a:lnTo>
                  <a:pt x="3829627" y="2100"/>
                </a:lnTo>
                <a:lnTo>
                  <a:pt x="3831480" y="2088"/>
                </a:lnTo>
                <a:lnTo>
                  <a:pt x="3833328" y="2076"/>
                </a:lnTo>
                <a:lnTo>
                  <a:pt x="3835170" y="2064"/>
                </a:lnTo>
                <a:lnTo>
                  <a:pt x="3837007" y="2051"/>
                </a:lnTo>
                <a:lnTo>
                  <a:pt x="3838838" y="2039"/>
                </a:lnTo>
                <a:lnTo>
                  <a:pt x="3840664" y="2027"/>
                </a:lnTo>
                <a:lnTo>
                  <a:pt x="3842484" y="2015"/>
                </a:lnTo>
                <a:lnTo>
                  <a:pt x="3844299" y="2004"/>
                </a:lnTo>
                <a:lnTo>
                  <a:pt x="3846109" y="1992"/>
                </a:lnTo>
                <a:lnTo>
                  <a:pt x="3847913" y="1980"/>
                </a:lnTo>
                <a:lnTo>
                  <a:pt x="3849712" y="1968"/>
                </a:lnTo>
                <a:lnTo>
                  <a:pt x="3851506" y="1957"/>
                </a:lnTo>
                <a:lnTo>
                  <a:pt x="3853294" y="1945"/>
                </a:lnTo>
                <a:lnTo>
                  <a:pt x="3855077" y="1934"/>
                </a:lnTo>
                <a:lnTo>
                  <a:pt x="3856855" y="1922"/>
                </a:lnTo>
                <a:lnTo>
                  <a:pt x="3858628" y="1911"/>
                </a:lnTo>
                <a:lnTo>
                  <a:pt x="3860396" y="1899"/>
                </a:lnTo>
                <a:lnTo>
                  <a:pt x="3862159" y="1888"/>
                </a:lnTo>
                <a:lnTo>
                  <a:pt x="3863917" y="1877"/>
                </a:lnTo>
                <a:lnTo>
                  <a:pt x="3865670" y="1866"/>
                </a:lnTo>
                <a:lnTo>
                  <a:pt x="3867417" y="1854"/>
                </a:lnTo>
                <a:lnTo>
                  <a:pt x="3869160" y="1843"/>
                </a:lnTo>
                <a:lnTo>
                  <a:pt x="3870898" y="1832"/>
                </a:lnTo>
                <a:lnTo>
                  <a:pt x="3872631" y="1821"/>
                </a:lnTo>
                <a:lnTo>
                  <a:pt x="3874359" y="1810"/>
                </a:lnTo>
                <a:lnTo>
                  <a:pt x="3876082" y="1800"/>
                </a:lnTo>
                <a:lnTo>
                  <a:pt x="3877801" y="1789"/>
                </a:lnTo>
                <a:lnTo>
                  <a:pt x="3879514" y="1778"/>
                </a:lnTo>
                <a:lnTo>
                  <a:pt x="3881223" y="1767"/>
                </a:lnTo>
                <a:lnTo>
                  <a:pt x="3882927" y="1757"/>
                </a:lnTo>
                <a:lnTo>
                  <a:pt x="3884626" y="1746"/>
                </a:lnTo>
                <a:lnTo>
                  <a:pt x="3886321" y="1735"/>
                </a:lnTo>
                <a:lnTo>
                  <a:pt x="3888011" y="1725"/>
                </a:lnTo>
                <a:lnTo>
                  <a:pt x="3889696" y="1714"/>
                </a:lnTo>
                <a:lnTo>
                  <a:pt x="3891377" y="1704"/>
                </a:lnTo>
                <a:lnTo>
                  <a:pt x="3893053" y="1694"/>
                </a:lnTo>
                <a:lnTo>
                  <a:pt x="3894725" y="1683"/>
                </a:lnTo>
                <a:lnTo>
                  <a:pt x="3896392" y="1673"/>
                </a:lnTo>
                <a:lnTo>
                  <a:pt x="3898054" y="1663"/>
                </a:lnTo>
                <a:lnTo>
                  <a:pt x="3899712" y="1653"/>
                </a:lnTo>
                <a:lnTo>
                  <a:pt x="3901366" y="1642"/>
                </a:lnTo>
                <a:lnTo>
                  <a:pt x="3903015" y="1632"/>
                </a:lnTo>
                <a:lnTo>
                  <a:pt x="3904659" y="1622"/>
                </a:lnTo>
                <a:lnTo>
                  <a:pt x="3906299" y="1612"/>
                </a:lnTo>
                <a:lnTo>
                  <a:pt x="3907935" y="1602"/>
                </a:lnTo>
                <a:lnTo>
                  <a:pt x="3909567" y="1592"/>
                </a:lnTo>
                <a:lnTo>
                  <a:pt x="3911194" y="1583"/>
                </a:lnTo>
                <a:lnTo>
                  <a:pt x="3912817" y="1573"/>
                </a:lnTo>
                <a:lnTo>
                  <a:pt x="3914436" y="1563"/>
                </a:lnTo>
                <a:lnTo>
                  <a:pt x="3916050" y="1553"/>
                </a:lnTo>
                <a:lnTo>
                  <a:pt x="3917660" y="1543"/>
                </a:lnTo>
                <a:lnTo>
                  <a:pt x="3919266" y="1534"/>
                </a:lnTo>
                <a:lnTo>
                  <a:pt x="3920868" y="1524"/>
                </a:lnTo>
                <a:lnTo>
                  <a:pt x="3922465" y="1515"/>
                </a:lnTo>
                <a:lnTo>
                  <a:pt x="3924059" y="1505"/>
                </a:lnTo>
                <a:lnTo>
                  <a:pt x="3925648" y="1496"/>
                </a:lnTo>
                <a:lnTo>
                  <a:pt x="3927233" y="1486"/>
                </a:lnTo>
                <a:lnTo>
                  <a:pt x="3928814" y="1477"/>
                </a:lnTo>
                <a:lnTo>
                  <a:pt x="3930391" y="1467"/>
                </a:lnTo>
                <a:lnTo>
                  <a:pt x="3931964" y="1458"/>
                </a:lnTo>
                <a:lnTo>
                  <a:pt x="3933533" y="1449"/>
                </a:lnTo>
                <a:lnTo>
                  <a:pt x="3935098" y="1439"/>
                </a:lnTo>
                <a:lnTo>
                  <a:pt x="3936659" y="1430"/>
                </a:lnTo>
                <a:lnTo>
                  <a:pt x="3938216" y="1421"/>
                </a:lnTo>
                <a:lnTo>
                  <a:pt x="3939769" y="1412"/>
                </a:lnTo>
                <a:lnTo>
                  <a:pt x="3941318" y="1403"/>
                </a:lnTo>
                <a:lnTo>
                  <a:pt x="3942863" y="1394"/>
                </a:lnTo>
                <a:lnTo>
                  <a:pt x="3944405" y="1385"/>
                </a:lnTo>
                <a:lnTo>
                  <a:pt x="3945942" y="1376"/>
                </a:lnTo>
                <a:lnTo>
                  <a:pt x="3947476" y="1367"/>
                </a:lnTo>
                <a:lnTo>
                  <a:pt x="3949006" y="1358"/>
                </a:lnTo>
                <a:lnTo>
                  <a:pt x="3950532" y="1349"/>
                </a:lnTo>
                <a:lnTo>
                  <a:pt x="3952054" y="1340"/>
                </a:lnTo>
                <a:lnTo>
                  <a:pt x="3953572" y="1331"/>
                </a:lnTo>
                <a:lnTo>
                  <a:pt x="3955087" y="1323"/>
                </a:lnTo>
                <a:lnTo>
                  <a:pt x="3956598" y="1314"/>
                </a:lnTo>
                <a:lnTo>
                  <a:pt x="3958105" y="1305"/>
                </a:lnTo>
                <a:lnTo>
                  <a:pt x="3959609" y="1297"/>
                </a:lnTo>
                <a:lnTo>
                  <a:pt x="3961109" y="1288"/>
                </a:lnTo>
                <a:lnTo>
                  <a:pt x="3962605" y="1279"/>
                </a:lnTo>
                <a:lnTo>
                  <a:pt x="3964098" y="1271"/>
                </a:lnTo>
                <a:lnTo>
                  <a:pt x="3965587" y="1262"/>
                </a:lnTo>
                <a:lnTo>
                  <a:pt x="3967072" y="1254"/>
                </a:lnTo>
                <a:lnTo>
                  <a:pt x="3968554" y="1245"/>
                </a:lnTo>
                <a:lnTo>
                  <a:pt x="3970032" y="1237"/>
                </a:lnTo>
                <a:lnTo>
                  <a:pt x="3971507" y="1229"/>
                </a:lnTo>
                <a:lnTo>
                  <a:pt x="3972978" y="1220"/>
                </a:lnTo>
                <a:lnTo>
                  <a:pt x="3974445" y="1212"/>
                </a:lnTo>
                <a:lnTo>
                  <a:pt x="3975909" y="1204"/>
                </a:lnTo>
                <a:lnTo>
                  <a:pt x="3977370" y="1195"/>
                </a:lnTo>
                <a:lnTo>
                  <a:pt x="3978827" y="1187"/>
                </a:lnTo>
                <a:lnTo>
                  <a:pt x="3980281" y="1179"/>
                </a:lnTo>
                <a:lnTo>
                  <a:pt x="3981731" y="1171"/>
                </a:lnTo>
                <a:lnTo>
                  <a:pt x="3985342" y="1151"/>
                </a:lnTo>
                <a:lnTo>
                  <a:pt x="3991075" y="1120"/>
                </a:lnTo>
                <a:lnTo>
                  <a:pt x="3996755" y="1088"/>
                </a:lnTo>
                <a:lnTo>
                  <a:pt x="4002383" y="1057"/>
                </a:lnTo>
                <a:lnTo>
                  <a:pt x="4007960" y="1027"/>
                </a:lnTo>
                <a:lnTo>
                  <a:pt x="4013487" y="997"/>
                </a:lnTo>
                <a:lnTo>
                  <a:pt x="4018964" y="968"/>
                </a:lnTo>
                <a:lnTo>
                  <a:pt x="4024393" y="939"/>
                </a:lnTo>
                <a:lnTo>
                  <a:pt x="4029774" y="911"/>
                </a:lnTo>
                <a:lnTo>
                  <a:pt x="4035109" y="883"/>
                </a:lnTo>
                <a:lnTo>
                  <a:pt x="4040397" y="856"/>
                </a:lnTo>
                <a:lnTo>
                  <a:pt x="4045640" y="829"/>
                </a:lnTo>
                <a:lnTo>
                  <a:pt x="4050839" y="803"/>
                </a:lnTo>
                <a:lnTo>
                  <a:pt x="4055994" y="777"/>
                </a:lnTo>
                <a:lnTo>
                  <a:pt x="4061106" y="752"/>
                </a:lnTo>
                <a:lnTo>
                  <a:pt x="4066176" y="727"/>
                </a:lnTo>
                <a:lnTo>
                  <a:pt x="4071205" y="703"/>
                </a:lnTo>
                <a:lnTo>
                  <a:pt x="4076192" y="679"/>
                </a:lnTo>
                <a:lnTo>
                  <a:pt x="4081139" y="655"/>
                </a:lnTo>
                <a:lnTo>
                  <a:pt x="4086047" y="632"/>
                </a:lnTo>
                <a:lnTo>
                  <a:pt x="4090916" y="610"/>
                </a:lnTo>
                <a:lnTo>
                  <a:pt x="4095746" y="588"/>
                </a:lnTo>
                <a:lnTo>
                  <a:pt x="4100539" y="566"/>
                </a:lnTo>
                <a:lnTo>
                  <a:pt x="4105294" y="545"/>
                </a:lnTo>
                <a:lnTo>
                  <a:pt x="4110013" y="524"/>
                </a:lnTo>
                <a:lnTo>
                  <a:pt x="4114696" y="504"/>
                </a:lnTo>
                <a:lnTo>
                  <a:pt x="4119344" y="484"/>
                </a:lnTo>
                <a:lnTo>
                  <a:pt x="4123956" y="464"/>
                </a:lnTo>
                <a:lnTo>
                  <a:pt x="4128534" y="446"/>
                </a:lnTo>
                <a:lnTo>
                  <a:pt x="4133078" y="427"/>
                </a:lnTo>
                <a:lnTo>
                  <a:pt x="4137589" y="409"/>
                </a:lnTo>
                <a:lnTo>
                  <a:pt x="4142067" y="391"/>
                </a:lnTo>
                <a:lnTo>
                  <a:pt x="4146512" y="374"/>
                </a:lnTo>
                <a:lnTo>
                  <a:pt x="4150925" y="357"/>
                </a:lnTo>
                <a:lnTo>
                  <a:pt x="4155307" y="341"/>
                </a:lnTo>
                <a:lnTo>
                  <a:pt x="4159658" y="325"/>
                </a:lnTo>
                <a:lnTo>
                  <a:pt x="4163978" y="310"/>
                </a:lnTo>
                <a:lnTo>
                  <a:pt x="4168268" y="294"/>
                </a:lnTo>
                <a:lnTo>
                  <a:pt x="4172528" y="280"/>
                </a:lnTo>
                <a:lnTo>
                  <a:pt x="4176759" y="266"/>
                </a:lnTo>
                <a:lnTo>
                  <a:pt x="4180961" y="252"/>
                </a:lnTo>
                <a:lnTo>
                  <a:pt x="4185134" y="238"/>
                </a:lnTo>
                <a:lnTo>
                  <a:pt x="4189279" y="225"/>
                </a:lnTo>
                <a:lnTo>
                  <a:pt x="4193396" y="213"/>
                </a:lnTo>
                <a:lnTo>
                  <a:pt x="4197486" y="201"/>
                </a:lnTo>
                <a:lnTo>
                  <a:pt x="4201548" y="189"/>
                </a:lnTo>
                <a:lnTo>
                  <a:pt x="4205584" y="177"/>
                </a:lnTo>
                <a:lnTo>
                  <a:pt x="4209594" y="166"/>
                </a:lnTo>
                <a:lnTo>
                  <a:pt x="4213577" y="156"/>
                </a:lnTo>
                <a:lnTo>
                  <a:pt x="4217535" y="146"/>
                </a:lnTo>
                <a:lnTo>
                  <a:pt x="4221468" y="136"/>
                </a:lnTo>
                <a:lnTo>
                  <a:pt x="4225375" y="126"/>
                </a:lnTo>
                <a:lnTo>
                  <a:pt x="4229258" y="117"/>
                </a:lnTo>
                <a:lnTo>
                  <a:pt x="4233116" y="108"/>
                </a:lnTo>
                <a:lnTo>
                  <a:pt x="4236950" y="100"/>
                </a:lnTo>
                <a:lnTo>
                  <a:pt x="4240760" y="92"/>
                </a:lnTo>
                <a:lnTo>
                  <a:pt x="4244547" y="84"/>
                </a:lnTo>
                <a:lnTo>
                  <a:pt x="4248310" y="77"/>
                </a:lnTo>
                <a:lnTo>
                  <a:pt x="4252051" y="70"/>
                </a:lnTo>
                <a:lnTo>
                  <a:pt x="4255769" y="64"/>
                </a:lnTo>
                <a:lnTo>
                  <a:pt x="4259465" y="58"/>
                </a:lnTo>
                <a:lnTo>
                  <a:pt x="4263138" y="52"/>
                </a:lnTo>
                <a:lnTo>
                  <a:pt x="4266789" y="46"/>
                </a:lnTo>
                <a:lnTo>
                  <a:pt x="4270419" y="41"/>
                </a:lnTo>
                <a:lnTo>
                  <a:pt x="4274028" y="36"/>
                </a:lnTo>
                <a:lnTo>
                  <a:pt x="4277615" y="32"/>
                </a:lnTo>
                <a:lnTo>
                  <a:pt x="4281182" y="27"/>
                </a:lnTo>
                <a:lnTo>
                  <a:pt x="4284728" y="23"/>
                </a:lnTo>
                <a:lnTo>
                  <a:pt x="4288254" y="20"/>
                </a:lnTo>
                <a:lnTo>
                  <a:pt x="4291759" y="17"/>
                </a:lnTo>
                <a:lnTo>
                  <a:pt x="4295245" y="14"/>
                </a:lnTo>
                <a:lnTo>
                  <a:pt x="4298711" y="11"/>
                </a:lnTo>
                <a:lnTo>
                  <a:pt x="4302157" y="9"/>
                </a:lnTo>
                <a:lnTo>
                  <a:pt x="4305584" y="7"/>
                </a:lnTo>
                <a:lnTo>
                  <a:pt x="4308992" y="5"/>
                </a:lnTo>
                <a:lnTo>
                  <a:pt x="4312381" y="3"/>
                </a:lnTo>
                <a:lnTo>
                  <a:pt x="4315752" y="2"/>
                </a:lnTo>
                <a:lnTo>
                  <a:pt x="4319104" y="1"/>
                </a:lnTo>
                <a:lnTo>
                  <a:pt x="4322438" y="0"/>
                </a:lnTo>
                <a:lnTo>
                  <a:pt x="4325754" y="0"/>
                </a:lnTo>
                <a:lnTo>
                  <a:pt x="4329052" y="0"/>
                </a:lnTo>
                <a:lnTo>
                  <a:pt x="4332333" y="0"/>
                </a:lnTo>
                <a:lnTo>
                  <a:pt x="4335596" y="0"/>
                </a:lnTo>
                <a:lnTo>
                  <a:pt x="4338842" y="1"/>
                </a:lnTo>
                <a:lnTo>
                  <a:pt x="4342071" y="2"/>
                </a:lnTo>
                <a:lnTo>
                  <a:pt x="4345282" y="3"/>
                </a:lnTo>
                <a:lnTo>
                  <a:pt x="4348477" y="4"/>
                </a:lnTo>
                <a:lnTo>
                  <a:pt x="4351656" y="6"/>
                </a:lnTo>
                <a:lnTo>
                  <a:pt x="4354818" y="7"/>
                </a:lnTo>
                <a:lnTo>
                  <a:pt x="4357964" y="9"/>
                </a:lnTo>
                <a:lnTo>
                  <a:pt x="4361094" y="12"/>
                </a:lnTo>
                <a:lnTo>
                  <a:pt x="4364208" y="14"/>
                </a:lnTo>
                <a:lnTo>
                  <a:pt x="4367306" y="17"/>
                </a:lnTo>
                <a:lnTo>
                  <a:pt x="4370389" y="20"/>
                </a:lnTo>
                <a:lnTo>
                  <a:pt x="4373456" y="23"/>
                </a:lnTo>
                <a:lnTo>
                  <a:pt x="4376508" y="26"/>
                </a:lnTo>
                <a:lnTo>
                  <a:pt x="4379545" y="29"/>
                </a:lnTo>
                <a:lnTo>
                  <a:pt x="4382567" y="33"/>
                </a:lnTo>
                <a:lnTo>
                  <a:pt x="4385574" y="37"/>
                </a:lnTo>
                <a:lnTo>
                  <a:pt x="4393152" y="41"/>
                </a:lnTo>
                <a:lnTo>
                  <a:pt x="4402692" y="45"/>
                </a:lnTo>
                <a:lnTo>
                  <a:pt x="4412233" y="49"/>
                </a:lnTo>
                <a:lnTo>
                  <a:pt x="4421773" y="54"/>
                </a:lnTo>
                <a:lnTo>
                  <a:pt x="4431314" y="59"/>
                </a:lnTo>
                <a:lnTo>
                  <a:pt x="4440855" y="64"/>
                </a:lnTo>
                <a:lnTo>
                  <a:pt x="4450395" y="69"/>
                </a:lnTo>
                <a:lnTo>
                  <a:pt x="4459936" y="74"/>
                </a:lnTo>
                <a:lnTo>
                  <a:pt x="4469476" y="79"/>
                </a:lnTo>
                <a:lnTo>
                  <a:pt x="4479017" y="85"/>
                </a:lnTo>
                <a:lnTo>
                  <a:pt x="4488557" y="90"/>
                </a:lnTo>
                <a:lnTo>
                  <a:pt x="4498098" y="96"/>
                </a:lnTo>
                <a:lnTo>
                  <a:pt x="4507638" y="102"/>
                </a:lnTo>
                <a:lnTo>
                  <a:pt x="4517179" y="108"/>
                </a:lnTo>
                <a:lnTo>
                  <a:pt x="4526719" y="114"/>
                </a:lnTo>
                <a:lnTo>
                  <a:pt x="4536260" y="121"/>
                </a:lnTo>
                <a:lnTo>
                  <a:pt x="4545800" y="127"/>
                </a:lnTo>
                <a:lnTo>
                  <a:pt x="4555341" y="134"/>
                </a:lnTo>
                <a:lnTo>
                  <a:pt x="4564881" y="140"/>
                </a:lnTo>
                <a:lnTo>
                  <a:pt x="4574422" y="147"/>
                </a:lnTo>
                <a:lnTo>
                  <a:pt x="4583962" y="154"/>
                </a:lnTo>
                <a:lnTo>
                  <a:pt x="4593503" y="161"/>
                </a:lnTo>
                <a:lnTo>
                  <a:pt x="4603043" y="168"/>
                </a:lnTo>
                <a:lnTo>
                  <a:pt x="4612584" y="176"/>
                </a:lnTo>
                <a:lnTo>
                  <a:pt x="4622125" y="183"/>
                </a:lnTo>
                <a:lnTo>
                  <a:pt x="4631665" y="190"/>
                </a:lnTo>
                <a:lnTo>
                  <a:pt x="4641206" y="198"/>
                </a:lnTo>
                <a:lnTo>
                  <a:pt x="4650746" y="206"/>
                </a:lnTo>
                <a:lnTo>
                  <a:pt x="4660287" y="213"/>
                </a:lnTo>
                <a:lnTo>
                  <a:pt x="4669827" y="221"/>
                </a:lnTo>
                <a:lnTo>
                  <a:pt x="4679368" y="229"/>
                </a:lnTo>
                <a:lnTo>
                  <a:pt x="4688908" y="237"/>
                </a:lnTo>
                <a:lnTo>
                  <a:pt x="4698449" y="245"/>
                </a:lnTo>
                <a:lnTo>
                  <a:pt x="4707989" y="253"/>
                </a:lnTo>
                <a:lnTo>
                  <a:pt x="4717530" y="262"/>
                </a:lnTo>
                <a:lnTo>
                  <a:pt x="4727070" y="270"/>
                </a:lnTo>
                <a:lnTo>
                  <a:pt x="4736611" y="278"/>
                </a:lnTo>
                <a:lnTo>
                  <a:pt x="4746151" y="287"/>
                </a:lnTo>
                <a:lnTo>
                  <a:pt x="4755692" y="295"/>
                </a:lnTo>
                <a:lnTo>
                  <a:pt x="4765232" y="304"/>
                </a:lnTo>
                <a:lnTo>
                  <a:pt x="4774773" y="313"/>
                </a:lnTo>
                <a:lnTo>
                  <a:pt x="4784314" y="321"/>
                </a:lnTo>
                <a:lnTo>
                  <a:pt x="4793854" y="330"/>
                </a:lnTo>
                <a:lnTo>
                  <a:pt x="4803395" y="339"/>
                </a:lnTo>
                <a:lnTo>
                  <a:pt x="4812935" y="348"/>
                </a:lnTo>
                <a:lnTo>
                  <a:pt x="4822476" y="357"/>
                </a:lnTo>
                <a:lnTo>
                  <a:pt x="4832016" y="366"/>
                </a:lnTo>
                <a:lnTo>
                  <a:pt x="4841557" y="375"/>
                </a:lnTo>
                <a:lnTo>
                  <a:pt x="4851097" y="384"/>
                </a:lnTo>
                <a:lnTo>
                  <a:pt x="4860638" y="393"/>
                </a:lnTo>
                <a:lnTo>
                  <a:pt x="4870178" y="402"/>
                </a:lnTo>
                <a:lnTo>
                  <a:pt x="4879719" y="412"/>
                </a:lnTo>
                <a:lnTo>
                  <a:pt x="4889259" y="421"/>
                </a:lnTo>
                <a:lnTo>
                  <a:pt x="4898800" y="430"/>
                </a:lnTo>
                <a:lnTo>
                  <a:pt x="4908340" y="440"/>
                </a:lnTo>
                <a:lnTo>
                  <a:pt x="4917881" y="449"/>
                </a:lnTo>
                <a:lnTo>
                  <a:pt x="4927421" y="458"/>
                </a:lnTo>
                <a:lnTo>
                  <a:pt x="4936962" y="468"/>
                </a:lnTo>
                <a:lnTo>
                  <a:pt x="4946503" y="477"/>
                </a:lnTo>
                <a:lnTo>
                  <a:pt x="4956043" y="487"/>
                </a:lnTo>
                <a:lnTo>
                  <a:pt x="4965584" y="497"/>
                </a:lnTo>
                <a:lnTo>
                  <a:pt x="4975124" y="506"/>
                </a:lnTo>
                <a:lnTo>
                  <a:pt x="4984665" y="516"/>
                </a:lnTo>
                <a:lnTo>
                  <a:pt x="4994205" y="525"/>
                </a:lnTo>
                <a:lnTo>
                  <a:pt x="5003746" y="535"/>
                </a:lnTo>
                <a:lnTo>
                  <a:pt x="5013286" y="545"/>
                </a:lnTo>
                <a:lnTo>
                  <a:pt x="5022827" y="554"/>
                </a:lnTo>
                <a:lnTo>
                  <a:pt x="5032367" y="564"/>
                </a:lnTo>
                <a:lnTo>
                  <a:pt x="5041908" y="574"/>
                </a:lnTo>
                <a:lnTo>
                  <a:pt x="5051448" y="584"/>
                </a:lnTo>
                <a:lnTo>
                  <a:pt x="5060989" y="593"/>
                </a:lnTo>
                <a:lnTo>
                  <a:pt x="5070529" y="603"/>
                </a:lnTo>
                <a:lnTo>
                  <a:pt x="5080070" y="613"/>
                </a:lnTo>
                <a:lnTo>
                  <a:pt x="5089610" y="623"/>
                </a:lnTo>
                <a:lnTo>
                  <a:pt x="5099151" y="633"/>
                </a:lnTo>
                <a:lnTo>
                  <a:pt x="5108691" y="642"/>
                </a:lnTo>
                <a:lnTo>
                  <a:pt x="5118232" y="652"/>
                </a:lnTo>
                <a:lnTo>
                  <a:pt x="5127773" y="662"/>
                </a:lnTo>
                <a:lnTo>
                  <a:pt x="5137313" y="672"/>
                </a:lnTo>
                <a:lnTo>
                  <a:pt x="5146854" y="682"/>
                </a:lnTo>
                <a:lnTo>
                  <a:pt x="5156394" y="692"/>
                </a:lnTo>
                <a:lnTo>
                  <a:pt x="5165935" y="702"/>
                </a:lnTo>
                <a:lnTo>
                  <a:pt x="5175475" y="711"/>
                </a:lnTo>
                <a:lnTo>
                  <a:pt x="5185016" y="721"/>
                </a:lnTo>
                <a:lnTo>
                  <a:pt x="5194556" y="731"/>
                </a:lnTo>
                <a:lnTo>
                  <a:pt x="5204097" y="741"/>
                </a:lnTo>
                <a:lnTo>
                  <a:pt x="5213637" y="751"/>
                </a:lnTo>
                <a:lnTo>
                  <a:pt x="5223178" y="761"/>
                </a:lnTo>
                <a:lnTo>
                  <a:pt x="5232718" y="771"/>
                </a:lnTo>
                <a:lnTo>
                  <a:pt x="5242259" y="781"/>
                </a:lnTo>
                <a:lnTo>
                  <a:pt x="5251799" y="791"/>
                </a:lnTo>
                <a:lnTo>
                  <a:pt x="5261340" y="801"/>
                </a:lnTo>
                <a:lnTo>
                  <a:pt x="5270880" y="810"/>
                </a:lnTo>
                <a:lnTo>
                  <a:pt x="5280421" y="820"/>
                </a:lnTo>
                <a:lnTo>
                  <a:pt x="5289962" y="830"/>
                </a:lnTo>
                <a:lnTo>
                  <a:pt x="5299502" y="840"/>
                </a:lnTo>
                <a:lnTo>
                  <a:pt x="5309043" y="850"/>
                </a:lnTo>
                <a:lnTo>
                  <a:pt x="5318583" y="860"/>
                </a:lnTo>
                <a:lnTo>
                  <a:pt x="5328124" y="870"/>
                </a:lnTo>
                <a:lnTo>
                  <a:pt x="5337664" y="880"/>
                </a:lnTo>
                <a:lnTo>
                  <a:pt x="5347205" y="889"/>
                </a:lnTo>
                <a:lnTo>
                  <a:pt x="5356745" y="899"/>
                </a:lnTo>
                <a:lnTo>
                  <a:pt x="5366286" y="909"/>
                </a:lnTo>
                <a:lnTo>
                  <a:pt x="5375826" y="919"/>
                </a:lnTo>
                <a:lnTo>
                  <a:pt x="5385367" y="929"/>
                </a:lnTo>
                <a:lnTo>
                  <a:pt x="5394907" y="939"/>
                </a:lnTo>
                <a:lnTo>
                  <a:pt x="5404448" y="948"/>
                </a:lnTo>
                <a:lnTo>
                  <a:pt x="5413988" y="958"/>
                </a:lnTo>
                <a:lnTo>
                  <a:pt x="5423529" y="968"/>
                </a:lnTo>
                <a:lnTo>
                  <a:pt x="5433069" y="978"/>
                </a:lnTo>
                <a:lnTo>
                  <a:pt x="5442610" y="988"/>
                </a:lnTo>
                <a:lnTo>
                  <a:pt x="5452151" y="997"/>
                </a:lnTo>
                <a:lnTo>
                  <a:pt x="5461691" y="1007"/>
                </a:lnTo>
                <a:lnTo>
                  <a:pt x="5471232" y="1017"/>
                </a:lnTo>
                <a:lnTo>
                  <a:pt x="5480772" y="1027"/>
                </a:lnTo>
                <a:lnTo>
                  <a:pt x="5490313" y="1036"/>
                </a:lnTo>
                <a:lnTo>
                  <a:pt x="5499853" y="1046"/>
                </a:lnTo>
                <a:lnTo>
                  <a:pt x="5509394" y="1056"/>
                </a:lnTo>
                <a:lnTo>
                  <a:pt x="5518934" y="1065"/>
                </a:lnTo>
                <a:lnTo>
                  <a:pt x="5528475" y="1075"/>
                </a:lnTo>
                <a:lnTo>
                  <a:pt x="5538015" y="1085"/>
                </a:lnTo>
                <a:lnTo>
                  <a:pt x="5547556" y="1094"/>
                </a:lnTo>
                <a:lnTo>
                  <a:pt x="5557096" y="1104"/>
                </a:lnTo>
                <a:lnTo>
                  <a:pt x="5566637" y="1114"/>
                </a:lnTo>
                <a:lnTo>
                  <a:pt x="5576177" y="1123"/>
                </a:lnTo>
                <a:lnTo>
                  <a:pt x="5585718" y="1133"/>
                </a:lnTo>
                <a:lnTo>
                  <a:pt x="5595258" y="1142"/>
                </a:lnTo>
                <a:lnTo>
                  <a:pt x="5604799" y="1152"/>
                </a:lnTo>
                <a:lnTo>
                  <a:pt x="5614339" y="1162"/>
                </a:lnTo>
                <a:lnTo>
                  <a:pt x="5623880" y="1171"/>
                </a:lnTo>
                <a:lnTo>
                  <a:pt x="5633421" y="1181"/>
                </a:lnTo>
                <a:lnTo>
                  <a:pt x="5642961" y="1190"/>
                </a:lnTo>
                <a:lnTo>
                  <a:pt x="5652502" y="1200"/>
                </a:lnTo>
                <a:lnTo>
                  <a:pt x="5662042" y="1209"/>
                </a:lnTo>
                <a:lnTo>
                  <a:pt x="5671583" y="1219"/>
                </a:lnTo>
                <a:lnTo>
                  <a:pt x="5681123" y="1228"/>
                </a:lnTo>
                <a:lnTo>
                  <a:pt x="5690664" y="1238"/>
                </a:lnTo>
                <a:lnTo>
                  <a:pt x="5700204" y="1247"/>
                </a:lnTo>
                <a:lnTo>
                  <a:pt x="5709745" y="1256"/>
                </a:lnTo>
                <a:lnTo>
                  <a:pt x="5719285" y="1266"/>
                </a:lnTo>
                <a:lnTo>
                  <a:pt x="5728826" y="1275"/>
                </a:lnTo>
                <a:lnTo>
                  <a:pt x="5738366" y="1285"/>
                </a:lnTo>
                <a:lnTo>
                  <a:pt x="5747907" y="1294"/>
                </a:lnTo>
                <a:lnTo>
                  <a:pt x="5757447" y="1303"/>
                </a:lnTo>
                <a:lnTo>
                  <a:pt x="5766988" y="1313"/>
                </a:lnTo>
                <a:lnTo>
                  <a:pt x="5776528" y="1322"/>
                </a:lnTo>
                <a:lnTo>
                  <a:pt x="5786069" y="1331"/>
                </a:lnTo>
                <a:lnTo>
                  <a:pt x="5795610" y="1341"/>
                </a:lnTo>
                <a:lnTo>
                  <a:pt x="5805150" y="1350"/>
                </a:lnTo>
                <a:lnTo>
                  <a:pt x="5814691" y="1359"/>
                </a:lnTo>
                <a:lnTo>
                  <a:pt x="5824231" y="1368"/>
                </a:lnTo>
                <a:lnTo>
                  <a:pt x="5833772" y="1378"/>
                </a:lnTo>
                <a:lnTo>
                  <a:pt x="5843312" y="1387"/>
                </a:lnTo>
                <a:lnTo>
                  <a:pt x="5852853" y="1396"/>
                </a:lnTo>
                <a:lnTo>
                  <a:pt x="5862393" y="1405"/>
                </a:lnTo>
                <a:lnTo>
                  <a:pt x="5871934" y="1415"/>
                </a:lnTo>
                <a:lnTo>
                  <a:pt x="5881474" y="1424"/>
                </a:lnTo>
                <a:lnTo>
                  <a:pt x="5891015" y="1433"/>
                </a:lnTo>
                <a:lnTo>
                  <a:pt x="5900555" y="1442"/>
                </a:lnTo>
                <a:lnTo>
                  <a:pt x="5910096" y="1451"/>
                </a:lnTo>
                <a:lnTo>
                  <a:pt x="5919636" y="1460"/>
                </a:lnTo>
                <a:lnTo>
                  <a:pt x="5929177" y="1470"/>
                </a:lnTo>
                <a:lnTo>
                  <a:pt x="5938717" y="1479"/>
                </a:lnTo>
                <a:lnTo>
                  <a:pt x="5948258" y="1488"/>
                </a:lnTo>
                <a:lnTo>
                  <a:pt x="5957798" y="1497"/>
                </a:lnTo>
                <a:lnTo>
                  <a:pt x="5967339" y="1506"/>
                </a:lnTo>
                <a:lnTo>
                  <a:pt x="5976880" y="1515"/>
                </a:lnTo>
                <a:lnTo>
                  <a:pt x="5986420" y="1524"/>
                </a:lnTo>
                <a:lnTo>
                  <a:pt x="5995961" y="1533"/>
                </a:lnTo>
                <a:lnTo>
                  <a:pt x="6005501" y="1542"/>
                </a:lnTo>
                <a:lnTo>
                  <a:pt x="6015042" y="1551"/>
                </a:lnTo>
                <a:lnTo>
                  <a:pt x="6024582" y="1561"/>
                </a:lnTo>
                <a:lnTo>
                  <a:pt x="6034123" y="1570"/>
                </a:lnTo>
                <a:lnTo>
                  <a:pt x="6043663" y="1579"/>
                </a:lnTo>
                <a:lnTo>
                  <a:pt x="6053204" y="1588"/>
                </a:lnTo>
                <a:lnTo>
                  <a:pt x="6062744" y="1597"/>
                </a:lnTo>
                <a:lnTo>
                  <a:pt x="6072285" y="1606"/>
                </a:lnTo>
                <a:lnTo>
                  <a:pt x="6081825" y="1615"/>
                </a:lnTo>
                <a:lnTo>
                  <a:pt x="6091366" y="1624"/>
                </a:lnTo>
                <a:lnTo>
                  <a:pt x="6100906" y="1633"/>
                </a:lnTo>
                <a:lnTo>
                  <a:pt x="6110447" y="1642"/>
                </a:lnTo>
                <a:lnTo>
                  <a:pt x="6119987" y="1651"/>
                </a:lnTo>
                <a:lnTo>
                  <a:pt x="6129528" y="1660"/>
                </a:lnTo>
                <a:lnTo>
                  <a:pt x="6139069" y="1669"/>
                </a:lnTo>
                <a:lnTo>
                  <a:pt x="6148609" y="1678"/>
                </a:lnTo>
                <a:lnTo>
                  <a:pt x="6158150" y="1687"/>
                </a:lnTo>
                <a:lnTo>
                  <a:pt x="6167690" y="1696"/>
                </a:lnTo>
                <a:lnTo>
                  <a:pt x="6177231" y="1705"/>
                </a:lnTo>
                <a:lnTo>
                  <a:pt x="6186771" y="1714"/>
                </a:lnTo>
                <a:lnTo>
                  <a:pt x="6196312" y="1723"/>
                </a:lnTo>
                <a:lnTo>
                  <a:pt x="6205852" y="1732"/>
                </a:lnTo>
                <a:lnTo>
                  <a:pt x="6215393" y="1741"/>
                </a:lnTo>
                <a:lnTo>
                  <a:pt x="6224933" y="1750"/>
                </a:lnTo>
                <a:lnTo>
                  <a:pt x="6234474" y="1759"/>
                </a:lnTo>
                <a:lnTo>
                  <a:pt x="6244014" y="1768"/>
                </a:lnTo>
                <a:lnTo>
                  <a:pt x="6253555" y="1777"/>
                </a:lnTo>
                <a:lnTo>
                  <a:pt x="6263095" y="1786"/>
                </a:lnTo>
                <a:lnTo>
                  <a:pt x="6272636" y="1795"/>
                </a:lnTo>
                <a:lnTo>
                  <a:pt x="6282176" y="1804"/>
                </a:lnTo>
                <a:lnTo>
                  <a:pt x="6291717" y="1813"/>
                </a:lnTo>
                <a:lnTo>
                  <a:pt x="6301258" y="1822"/>
                </a:lnTo>
                <a:lnTo>
                  <a:pt x="6310798" y="1831"/>
                </a:lnTo>
                <a:lnTo>
                  <a:pt x="6320339" y="1840"/>
                </a:lnTo>
                <a:lnTo>
                  <a:pt x="6329879" y="1849"/>
                </a:lnTo>
                <a:lnTo>
                  <a:pt x="6339420" y="1858"/>
                </a:lnTo>
                <a:lnTo>
                  <a:pt x="6348960" y="1867"/>
                </a:lnTo>
                <a:lnTo>
                  <a:pt x="6358501" y="1876"/>
                </a:lnTo>
                <a:lnTo>
                  <a:pt x="6368041" y="1885"/>
                </a:lnTo>
                <a:lnTo>
                  <a:pt x="6377582" y="1894"/>
                </a:lnTo>
                <a:lnTo>
                  <a:pt x="6387122" y="1903"/>
                </a:lnTo>
                <a:lnTo>
                  <a:pt x="6396663" y="1912"/>
                </a:lnTo>
                <a:lnTo>
                  <a:pt x="6406203" y="1921"/>
                </a:lnTo>
                <a:lnTo>
                  <a:pt x="6415744" y="1930"/>
                </a:lnTo>
                <a:lnTo>
                  <a:pt x="6425284" y="1939"/>
                </a:lnTo>
                <a:lnTo>
                  <a:pt x="6434825" y="1949"/>
                </a:lnTo>
                <a:lnTo>
                  <a:pt x="6444365" y="1958"/>
                </a:lnTo>
                <a:lnTo>
                  <a:pt x="6453906" y="1967"/>
                </a:lnTo>
                <a:lnTo>
                  <a:pt x="6463446" y="1976"/>
                </a:lnTo>
                <a:lnTo>
                  <a:pt x="6472987" y="1985"/>
                </a:lnTo>
                <a:lnTo>
                  <a:pt x="6482528" y="1995"/>
                </a:lnTo>
                <a:lnTo>
                  <a:pt x="6492068" y="2004"/>
                </a:lnTo>
                <a:lnTo>
                  <a:pt x="6501609" y="2013"/>
                </a:lnTo>
                <a:lnTo>
                  <a:pt x="6511149" y="2022"/>
                </a:lnTo>
                <a:lnTo>
                  <a:pt x="6520690" y="2032"/>
                </a:lnTo>
                <a:lnTo>
                  <a:pt x="6530230" y="2041"/>
                </a:lnTo>
                <a:lnTo>
                  <a:pt x="6539771" y="2050"/>
                </a:lnTo>
                <a:lnTo>
                  <a:pt x="6549311" y="2060"/>
                </a:lnTo>
                <a:lnTo>
                  <a:pt x="6558852" y="2069"/>
                </a:lnTo>
                <a:lnTo>
                  <a:pt x="6568392" y="2078"/>
                </a:lnTo>
                <a:lnTo>
                  <a:pt x="6577933" y="2088"/>
                </a:lnTo>
                <a:lnTo>
                  <a:pt x="6587473" y="2097"/>
                </a:lnTo>
                <a:lnTo>
                  <a:pt x="6597014" y="2107"/>
                </a:lnTo>
                <a:lnTo>
                  <a:pt x="6606554" y="2116"/>
                </a:lnTo>
                <a:lnTo>
                  <a:pt x="6616095" y="2126"/>
                </a:lnTo>
                <a:lnTo>
                  <a:pt x="6625635" y="2136"/>
                </a:lnTo>
                <a:lnTo>
                  <a:pt x="6635176" y="2145"/>
                </a:lnTo>
                <a:lnTo>
                  <a:pt x="6644717" y="2155"/>
                </a:lnTo>
                <a:lnTo>
                  <a:pt x="6654257" y="2164"/>
                </a:lnTo>
                <a:lnTo>
                  <a:pt x="6663798" y="2174"/>
                </a:lnTo>
                <a:lnTo>
                  <a:pt x="6673338" y="2184"/>
                </a:lnTo>
                <a:lnTo>
                  <a:pt x="6682879" y="2194"/>
                </a:lnTo>
                <a:lnTo>
                  <a:pt x="6692419" y="2204"/>
                </a:lnTo>
                <a:lnTo>
                  <a:pt x="6701960" y="2213"/>
                </a:lnTo>
                <a:lnTo>
                  <a:pt x="6711500" y="2223"/>
                </a:lnTo>
                <a:lnTo>
                  <a:pt x="6721041" y="2233"/>
                </a:lnTo>
                <a:lnTo>
                  <a:pt x="6730581" y="2243"/>
                </a:lnTo>
                <a:lnTo>
                  <a:pt x="6740122" y="2253"/>
                </a:lnTo>
                <a:lnTo>
                  <a:pt x="6749662" y="2263"/>
                </a:lnTo>
                <a:lnTo>
                  <a:pt x="6759203" y="2274"/>
                </a:lnTo>
                <a:lnTo>
                  <a:pt x="6768743" y="2284"/>
                </a:lnTo>
                <a:lnTo>
                  <a:pt x="6778284" y="2294"/>
                </a:lnTo>
                <a:lnTo>
                  <a:pt x="6787824" y="2304"/>
                </a:lnTo>
                <a:lnTo>
                  <a:pt x="6797365" y="2315"/>
                </a:lnTo>
                <a:lnTo>
                  <a:pt x="6806906" y="2325"/>
                </a:lnTo>
                <a:lnTo>
                  <a:pt x="6816446" y="2335"/>
                </a:lnTo>
                <a:lnTo>
                  <a:pt x="6825987" y="2346"/>
                </a:lnTo>
                <a:lnTo>
                  <a:pt x="6835527" y="2357"/>
                </a:lnTo>
                <a:lnTo>
                  <a:pt x="6845068" y="2367"/>
                </a:lnTo>
                <a:lnTo>
                  <a:pt x="6854608" y="2378"/>
                </a:lnTo>
                <a:lnTo>
                  <a:pt x="6864149" y="2389"/>
                </a:lnTo>
                <a:lnTo>
                  <a:pt x="6873689" y="2400"/>
                </a:lnTo>
                <a:lnTo>
                  <a:pt x="6883230" y="2410"/>
                </a:lnTo>
                <a:lnTo>
                  <a:pt x="6892770" y="2421"/>
                </a:lnTo>
                <a:lnTo>
                  <a:pt x="6902311" y="2432"/>
                </a:lnTo>
                <a:lnTo>
                  <a:pt x="6911851" y="2444"/>
                </a:lnTo>
                <a:lnTo>
                  <a:pt x="6921392" y="2455"/>
                </a:lnTo>
                <a:lnTo>
                  <a:pt x="6930932" y="2466"/>
                </a:lnTo>
                <a:lnTo>
                  <a:pt x="6940473" y="2478"/>
                </a:lnTo>
                <a:lnTo>
                  <a:pt x="6950013" y="2489"/>
                </a:lnTo>
                <a:lnTo>
                  <a:pt x="6959554" y="2501"/>
                </a:lnTo>
                <a:lnTo>
                  <a:pt x="6969094" y="2512"/>
                </a:lnTo>
                <a:lnTo>
                  <a:pt x="6978635" y="2524"/>
                </a:lnTo>
                <a:lnTo>
                  <a:pt x="6988176" y="2536"/>
                </a:lnTo>
                <a:lnTo>
                  <a:pt x="6997716" y="2548"/>
                </a:lnTo>
                <a:lnTo>
                  <a:pt x="7007257" y="2560"/>
                </a:lnTo>
                <a:lnTo>
                  <a:pt x="7016797" y="2573"/>
                </a:lnTo>
                <a:lnTo>
                  <a:pt x="7026338" y="2585"/>
                </a:lnTo>
                <a:lnTo>
                  <a:pt x="7035878" y="2598"/>
                </a:lnTo>
                <a:lnTo>
                  <a:pt x="7045419" y="2610"/>
                </a:lnTo>
                <a:lnTo>
                  <a:pt x="7054959" y="2623"/>
                </a:lnTo>
                <a:lnTo>
                  <a:pt x="7064500" y="2636"/>
                </a:lnTo>
                <a:lnTo>
                  <a:pt x="7074040" y="2649"/>
                </a:lnTo>
                <a:lnTo>
                  <a:pt x="7083581" y="2663"/>
                </a:lnTo>
                <a:lnTo>
                  <a:pt x="7093121" y="2676"/>
                </a:lnTo>
                <a:lnTo>
                  <a:pt x="7102662" y="2690"/>
                </a:lnTo>
                <a:lnTo>
                  <a:pt x="7112202" y="2703"/>
                </a:lnTo>
                <a:lnTo>
                  <a:pt x="7121743" y="2717"/>
                </a:lnTo>
                <a:lnTo>
                  <a:pt x="7131283" y="2732"/>
                </a:lnTo>
                <a:lnTo>
                  <a:pt x="7140824" y="2746"/>
                </a:lnTo>
                <a:lnTo>
                  <a:pt x="7150365" y="2761"/>
                </a:lnTo>
                <a:lnTo>
                  <a:pt x="7159905" y="2776"/>
                </a:lnTo>
                <a:lnTo>
                  <a:pt x="7169446" y="2791"/>
                </a:lnTo>
                <a:lnTo>
                  <a:pt x="7178986" y="2806"/>
                </a:lnTo>
                <a:lnTo>
                  <a:pt x="7188527" y="2822"/>
                </a:lnTo>
                <a:lnTo>
                  <a:pt x="7198067" y="2838"/>
                </a:lnTo>
                <a:lnTo>
                  <a:pt x="7207608" y="2854"/>
                </a:lnTo>
                <a:lnTo>
                  <a:pt x="7217148" y="2871"/>
                </a:lnTo>
                <a:lnTo>
                  <a:pt x="7226689" y="2888"/>
                </a:lnTo>
                <a:lnTo>
                  <a:pt x="7236229" y="2905"/>
                </a:lnTo>
                <a:lnTo>
                  <a:pt x="7245770" y="2923"/>
                </a:lnTo>
                <a:lnTo>
                  <a:pt x="7255310" y="2941"/>
                </a:lnTo>
                <a:lnTo>
                  <a:pt x="7264851" y="2959"/>
                </a:lnTo>
                <a:lnTo>
                  <a:pt x="7274391" y="2978"/>
                </a:lnTo>
                <a:lnTo>
                  <a:pt x="7283932" y="2997"/>
                </a:lnTo>
                <a:lnTo>
                  <a:pt x="7293472" y="3017"/>
                </a:lnTo>
                <a:lnTo>
                  <a:pt x="7303013" y="3037"/>
                </a:lnTo>
                <a:lnTo>
                  <a:pt x="7312554" y="3058"/>
                </a:lnTo>
              </a:path>
            </a:pathLst>
          </a:custGeom>
          <a:noFill/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(b) n_e legend line"/>
          <p:cNvSpPr/>
          <p:nvPr/>
        </p:nvSpPr>
        <p:spPr>
          <a:xfrm>
            <a:off x="9006840" y="2432303"/>
            <a:ext cx="292608" cy="0"/>
          </a:xfrm>
          <a:custGeom>
            <a:avLst/>
            <a:gdLst/>
            <a:ahLst/>
            <a:cxnLst/>
            <a:rect l="l" t="t" r="r" b="b"/>
            <a:pathLst>
              <a:path w="292608">
                <a:moveTo>
                  <a:pt x="0" y="0"/>
                </a:moveTo>
                <a:lnTo>
                  <a:pt x="292608" y="0"/>
                </a:lnTo>
              </a:path>
            </a:pathLst>
          </a:custGeom>
          <a:noFill/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(b) n_e legend"/>
          <p:cNvSpPr txBox="1"/>
          <p:nvPr/>
        </p:nvSpPr>
        <p:spPr>
          <a:xfrm>
            <a:off x="9354312" y="2313432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i="1">
                <a:solidFill>
                  <a:srgbClr val="2B2B2B"/>
                </a:solidFill>
                <a:latin typeface="Times New Roman"/>
              </a:rPr>
              <a:t>n</a:t>
            </a:r>
            <a:r>
              <a:rPr sz="1300" i="1" baseline="-40000">
                <a:solidFill>
                  <a:srgbClr val="2B2B2B"/>
                </a:solidFill>
                <a:latin typeface="Times New Roman"/>
              </a:rPr>
              <a:t>e</a:t>
            </a:r>
          </a:p>
        </p:txBody>
      </p:sp>
      <p:sp>
        <p:nvSpPr>
          <p:cNvPr id="97" name="(b) n_i legend line"/>
          <p:cNvSpPr/>
          <p:nvPr/>
        </p:nvSpPr>
        <p:spPr>
          <a:xfrm>
            <a:off x="9738360" y="2432303"/>
            <a:ext cx="292608" cy="0"/>
          </a:xfrm>
          <a:custGeom>
            <a:avLst/>
            <a:gdLst/>
            <a:ahLst/>
            <a:cxnLst/>
            <a:rect l="l" t="t" r="r" b="b"/>
            <a:pathLst>
              <a:path w="292608">
                <a:moveTo>
                  <a:pt x="0" y="0"/>
                </a:moveTo>
                <a:lnTo>
                  <a:pt x="292608" y="0"/>
                </a:lnTo>
              </a:path>
            </a:pathLst>
          </a:custGeom>
          <a:noFill/>
          <a:ln w="19050">
            <a:solidFill>
              <a:srgbClr val="EB683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(b) n_i legend"/>
          <p:cNvSpPr txBox="1"/>
          <p:nvPr/>
        </p:nvSpPr>
        <p:spPr>
          <a:xfrm>
            <a:off x="10085832" y="2313432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i="1">
                <a:solidFill>
                  <a:srgbClr val="2B2B2B"/>
                </a:solidFill>
                <a:latin typeface="Times New Roman"/>
              </a:rPr>
              <a:t>n</a:t>
            </a:r>
            <a:r>
              <a:rPr sz="1300" i="1" baseline="-40000">
                <a:solidFill>
                  <a:srgbClr val="2B2B2B"/>
                </a:solidFill>
                <a:latin typeface="Times New Roman"/>
              </a:rPr>
              <a:t>i</a:t>
            </a:r>
          </a:p>
        </p:txBody>
      </p:sp>
      <p:sp>
        <p:nvSpPr>
          <p:cNvPr id="99" name="(b) n_eq legend line"/>
          <p:cNvSpPr/>
          <p:nvPr/>
        </p:nvSpPr>
        <p:spPr>
          <a:xfrm>
            <a:off x="10469880" y="2432303"/>
            <a:ext cx="292608" cy="0"/>
          </a:xfrm>
          <a:custGeom>
            <a:avLst/>
            <a:gdLst/>
            <a:ahLst/>
            <a:cxnLst/>
            <a:rect l="l" t="t" r="r" b="b"/>
            <a:pathLst>
              <a:path w="292608">
                <a:moveTo>
                  <a:pt x="0" y="0"/>
                </a:moveTo>
                <a:lnTo>
                  <a:pt x="292608" y="0"/>
                </a:lnTo>
              </a:path>
            </a:pathLst>
          </a:custGeom>
          <a:noFill/>
          <a:ln w="19050">
            <a:solidFill>
              <a:srgbClr val="1BAF7A"/>
            </a:solidFill>
            <a:prstDash val="dash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(b) n_eq legend"/>
          <p:cNvSpPr txBox="1"/>
          <p:nvPr/>
        </p:nvSpPr>
        <p:spPr>
          <a:xfrm>
            <a:off x="10817352" y="231343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i="1">
                <a:solidFill>
                  <a:srgbClr val="2B2B2B"/>
                </a:solidFill>
                <a:latin typeface="Times New Roman"/>
              </a:rPr>
              <a:t>n</a:t>
            </a:r>
            <a:r>
              <a:rPr sz="1300" i="0" baseline="-40000">
                <a:solidFill>
                  <a:srgbClr val="2B2B2B"/>
                </a:solidFill>
                <a:latin typeface="Times New Roman"/>
              </a:rPr>
              <a:t>eq</a:t>
            </a:r>
            <a:r>
              <a:rPr sz="1300" i="0">
                <a:solidFill>
                  <a:srgbClr val="2B2B2B"/>
                </a:solidFill>
                <a:latin typeface="Times New Roman"/>
              </a:rPr>
              <a:t>(</a:t>
            </a:r>
            <a:r>
              <a:rPr sz="1300" i="1">
                <a:solidFill>
                  <a:srgbClr val="2B2B2B"/>
                </a:solidFill>
                <a:latin typeface="Times New Roman"/>
              </a:rPr>
              <a:t>T</a:t>
            </a:r>
            <a:r>
              <a:rPr sz="1300" i="1" baseline="-40000">
                <a:solidFill>
                  <a:srgbClr val="2B2B2B"/>
                </a:solidFill>
                <a:latin typeface="Times New Roman"/>
              </a:rPr>
              <a:t>h</a:t>
            </a:r>
            <a:r>
              <a:rPr sz="1300" i="0">
                <a:solidFill>
                  <a:srgbClr val="2B2B2B"/>
                </a:solidFill>
                <a:latin typeface="Times New Roman"/>
              </a:rPr>
              <a:t>)</a:t>
            </a:r>
          </a:p>
        </p:txBody>
      </p:sp>
      <p:sp>
        <p:nvSpPr>
          <p:cNvPr id="101" name="(c) n_eq curve"/>
          <p:cNvSpPr/>
          <p:nvPr/>
        </p:nvSpPr>
        <p:spPr>
          <a:xfrm>
            <a:off x="4343400" y="6094530"/>
            <a:ext cx="3828391" cy="589734"/>
          </a:xfrm>
          <a:custGeom>
            <a:avLst/>
            <a:gdLst/>
            <a:ahLst/>
            <a:cxnLst/>
            <a:rect l="l" t="t" r="r" b="b"/>
            <a:pathLst>
              <a:path w="3828391" h="589734">
                <a:moveTo>
                  <a:pt x="3828391" y="589734"/>
                </a:moveTo>
                <a:lnTo>
                  <a:pt x="3828088" y="589290"/>
                </a:lnTo>
                <a:lnTo>
                  <a:pt x="3825943" y="586157"/>
                </a:lnTo>
                <a:lnTo>
                  <a:pt x="3823806" y="583047"/>
                </a:lnTo>
                <a:lnTo>
                  <a:pt x="3821675" y="579959"/>
                </a:lnTo>
                <a:lnTo>
                  <a:pt x="3819552" y="576893"/>
                </a:lnTo>
                <a:lnTo>
                  <a:pt x="3817436" y="573849"/>
                </a:lnTo>
                <a:lnTo>
                  <a:pt x="3815328" y="570828"/>
                </a:lnTo>
                <a:lnTo>
                  <a:pt x="3813226" y="567829"/>
                </a:lnTo>
                <a:lnTo>
                  <a:pt x="3811131" y="564852"/>
                </a:lnTo>
                <a:lnTo>
                  <a:pt x="3809043" y="561898"/>
                </a:lnTo>
                <a:lnTo>
                  <a:pt x="3806962" y="558966"/>
                </a:lnTo>
                <a:lnTo>
                  <a:pt x="3804888" y="556057"/>
                </a:lnTo>
                <a:lnTo>
                  <a:pt x="3802821" y="553170"/>
                </a:lnTo>
                <a:lnTo>
                  <a:pt x="3800761" y="550306"/>
                </a:lnTo>
                <a:lnTo>
                  <a:pt x="3798707" y="547464"/>
                </a:lnTo>
                <a:lnTo>
                  <a:pt x="3796660" y="544645"/>
                </a:lnTo>
                <a:lnTo>
                  <a:pt x="3794620" y="541848"/>
                </a:lnTo>
                <a:lnTo>
                  <a:pt x="3792586" y="539074"/>
                </a:lnTo>
                <a:lnTo>
                  <a:pt x="3790559" y="536322"/>
                </a:lnTo>
                <a:lnTo>
                  <a:pt x="3788538" y="533593"/>
                </a:lnTo>
                <a:lnTo>
                  <a:pt x="3786524" y="530886"/>
                </a:lnTo>
                <a:lnTo>
                  <a:pt x="3784516" y="528202"/>
                </a:lnTo>
                <a:lnTo>
                  <a:pt x="3782515" y="525540"/>
                </a:lnTo>
                <a:lnTo>
                  <a:pt x="3780519" y="522900"/>
                </a:lnTo>
                <a:lnTo>
                  <a:pt x="3778531" y="520283"/>
                </a:lnTo>
                <a:lnTo>
                  <a:pt x="3776548" y="517687"/>
                </a:lnTo>
                <a:lnTo>
                  <a:pt x="3774572" y="515114"/>
                </a:lnTo>
                <a:lnTo>
                  <a:pt x="3772602" y="512563"/>
                </a:lnTo>
                <a:lnTo>
                  <a:pt x="3770638" y="510034"/>
                </a:lnTo>
                <a:lnTo>
                  <a:pt x="3768681" y="507526"/>
                </a:lnTo>
                <a:lnTo>
                  <a:pt x="3766729" y="505041"/>
                </a:lnTo>
                <a:lnTo>
                  <a:pt x="3764783" y="502577"/>
                </a:lnTo>
                <a:lnTo>
                  <a:pt x="3762844" y="500135"/>
                </a:lnTo>
                <a:lnTo>
                  <a:pt x="3760910" y="497714"/>
                </a:lnTo>
                <a:lnTo>
                  <a:pt x="3758982" y="495314"/>
                </a:lnTo>
                <a:lnTo>
                  <a:pt x="3757060" y="492936"/>
                </a:lnTo>
                <a:lnTo>
                  <a:pt x="3755144" y="490578"/>
                </a:lnTo>
                <a:lnTo>
                  <a:pt x="3753234" y="488242"/>
                </a:lnTo>
                <a:lnTo>
                  <a:pt x="3751330" y="485926"/>
                </a:lnTo>
                <a:lnTo>
                  <a:pt x="3749431" y="483631"/>
                </a:lnTo>
                <a:lnTo>
                  <a:pt x="3747539" y="481357"/>
                </a:lnTo>
                <a:lnTo>
                  <a:pt x="3745651" y="479103"/>
                </a:lnTo>
                <a:lnTo>
                  <a:pt x="3743770" y="476869"/>
                </a:lnTo>
                <a:lnTo>
                  <a:pt x="3741894" y="474655"/>
                </a:lnTo>
                <a:lnTo>
                  <a:pt x="3740024" y="472460"/>
                </a:lnTo>
                <a:lnTo>
                  <a:pt x="3738159" y="470286"/>
                </a:lnTo>
                <a:lnTo>
                  <a:pt x="3736300" y="468131"/>
                </a:lnTo>
                <a:lnTo>
                  <a:pt x="3734446" y="465996"/>
                </a:lnTo>
                <a:lnTo>
                  <a:pt x="3732597" y="463879"/>
                </a:lnTo>
                <a:lnTo>
                  <a:pt x="3730754" y="461782"/>
                </a:lnTo>
                <a:lnTo>
                  <a:pt x="3728917" y="459703"/>
                </a:lnTo>
                <a:lnTo>
                  <a:pt x="3727085" y="457643"/>
                </a:lnTo>
                <a:lnTo>
                  <a:pt x="3725258" y="455601"/>
                </a:lnTo>
                <a:lnTo>
                  <a:pt x="3723436" y="453578"/>
                </a:lnTo>
                <a:lnTo>
                  <a:pt x="3721620" y="451573"/>
                </a:lnTo>
                <a:lnTo>
                  <a:pt x="3719809" y="449585"/>
                </a:lnTo>
                <a:lnTo>
                  <a:pt x="3718003" y="447615"/>
                </a:lnTo>
                <a:lnTo>
                  <a:pt x="3716203" y="445663"/>
                </a:lnTo>
                <a:lnTo>
                  <a:pt x="3714407" y="443728"/>
                </a:lnTo>
                <a:lnTo>
                  <a:pt x="3712617" y="441810"/>
                </a:lnTo>
                <a:lnTo>
                  <a:pt x="3710831" y="439908"/>
                </a:lnTo>
                <a:lnTo>
                  <a:pt x="3709051" y="438024"/>
                </a:lnTo>
                <a:lnTo>
                  <a:pt x="3707276" y="436156"/>
                </a:lnTo>
                <a:lnTo>
                  <a:pt x="3705506" y="434304"/>
                </a:lnTo>
                <a:lnTo>
                  <a:pt x="3703740" y="432469"/>
                </a:lnTo>
                <a:lnTo>
                  <a:pt x="3701980" y="430649"/>
                </a:lnTo>
                <a:lnTo>
                  <a:pt x="3700225" y="428845"/>
                </a:lnTo>
                <a:lnTo>
                  <a:pt x="3698474" y="427057"/>
                </a:lnTo>
                <a:lnTo>
                  <a:pt x="3696728" y="425284"/>
                </a:lnTo>
                <a:lnTo>
                  <a:pt x="3694988" y="423526"/>
                </a:lnTo>
                <a:lnTo>
                  <a:pt x="3693252" y="421783"/>
                </a:lnTo>
                <a:lnTo>
                  <a:pt x="3691520" y="420054"/>
                </a:lnTo>
                <a:lnTo>
                  <a:pt x="3689794" y="418341"/>
                </a:lnTo>
                <a:lnTo>
                  <a:pt x="3688072" y="416641"/>
                </a:lnTo>
                <a:lnTo>
                  <a:pt x="3686355" y="414956"/>
                </a:lnTo>
                <a:lnTo>
                  <a:pt x="3684643" y="413285"/>
                </a:lnTo>
                <a:lnTo>
                  <a:pt x="3682935" y="411628"/>
                </a:lnTo>
                <a:lnTo>
                  <a:pt x="3681232" y="409984"/>
                </a:lnTo>
                <a:lnTo>
                  <a:pt x="3679534" y="408354"/>
                </a:lnTo>
                <a:lnTo>
                  <a:pt x="3677840" y="406737"/>
                </a:lnTo>
                <a:lnTo>
                  <a:pt x="3676150" y="405134"/>
                </a:lnTo>
                <a:lnTo>
                  <a:pt x="3674465" y="403543"/>
                </a:lnTo>
                <a:lnTo>
                  <a:pt x="3672785" y="401965"/>
                </a:lnTo>
                <a:lnTo>
                  <a:pt x="3671109" y="400399"/>
                </a:lnTo>
                <a:lnTo>
                  <a:pt x="3669438" y="398847"/>
                </a:lnTo>
                <a:lnTo>
                  <a:pt x="3667771" y="397306"/>
                </a:lnTo>
                <a:lnTo>
                  <a:pt x="3666109" y="395777"/>
                </a:lnTo>
                <a:lnTo>
                  <a:pt x="3664450" y="394261"/>
                </a:lnTo>
                <a:lnTo>
                  <a:pt x="3662797" y="392756"/>
                </a:lnTo>
                <a:lnTo>
                  <a:pt x="3661147" y="391263"/>
                </a:lnTo>
                <a:lnTo>
                  <a:pt x="3659502" y="389781"/>
                </a:lnTo>
                <a:lnTo>
                  <a:pt x="3657861" y="388311"/>
                </a:lnTo>
                <a:lnTo>
                  <a:pt x="3656225" y="386852"/>
                </a:lnTo>
                <a:lnTo>
                  <a:pt x="3654592" y="385404"/>
                </a:lnTo>
                <a:lnTo>
                  <a:pt x="3652964" y="383967"/>
                </a:lnTo>
                <a:lnTo>
                  <a:pt x="3651340" y="382540"/>
                </a:lnTo>
                <a:lnTo>
                  <a:pt x="3649721" y="381124"/>
                </a:lnTo>
                <a:lnTo>
                  <a:pt x="3648105" y="379719"/>
                </a:lnTo>
                <a:lnTo>
                  <a:pt x="3646494" y="378324"/>
                </a:lnTo>
                <a:lnTo>
                  <a:pt x="3644887" y="376939"/>
                </a:lnTo>
                <a:lnTo>
                  <a:pt x="3643284" y="375564"/>
                </a:lnTo>
                <a:lnTo>
                  <a:pt x="3641684" y="374199"/>
                </a:lnTo>
                <a:lnTo>
                  <a:pt x="3640089" y="372844"/>
                </a:lnTo>
                <a:lnTo>
                  <a:pt x="3638498" y="371499"/>
                </a:lnTo>
                <a:lnTo>
                  <a:pt x="3636912" y="370163"/>
                </a:lnTo>
                <a:lnTo>
                  <a:pt x="3635329" y="368837"/>
                </a:lnTo>
                <a:lnTo>
                  <a:pt x="3633750" y="367519"/>
                </a:lnTo>
                <a:lnTo>
                  <a:pt x="3632175" y="366211"/>
                </a:lnTo>
                <a:lnTo>
                  <a:pt x="3630603" y="364912"/>
                </a:lnTo>
                <a:lnTo>
                  <a:pt x="3629036" y="363622"/>
                </a:lnTo>
                <a:lnTo>
                  <a:pt x="3627473" y="362341"/>
                </a:lnTo>
                <a:lnTo>
                  <a:pt x="3625914" y="361069"/>
                </a:lnTo>
                <a:lnTo>
                  <a:pt x="3624358" y="359805"/>
                </a:lnTo>
                <a:lnTo>
                  <a:pt x="3622806" y="358549"/>
                </a:lnTo>
                <a:lnTo>
                  <a:pt x="3621259" y="357303"/>
                </a:lnTo>
                <a:lnTo>
                  <a:pt x="3619715" y="356064"/>
                </a:lnTo>
                <a:lnTo>
                  <a:pt x="3618174" y="354833"/>
                </a:lnTo>
                <a:lnTo>
                  <a:pt x="3616638" y="353611"/>
                </a:lnTo>
                <a:lnTo>
                  <a:pt x="3615105" y="352396"/>
                </a:lnTo>
                <a:lnTo>
                  <a:pt x="3613576" y="351190"/>
                </a:lnTo>
                <a:lnTo>
                  <a:pt x="3612051" y="349991"/>
                </a:lnTo>
                <a:lnTo>
                  <a:pt x="3610529" y="348800"/>
                </a:lnTo>
                <a:lnTo>
                  <a:pt x="3609011" y="347616"/>
                </a:lnTo>
                <a:lnTo>
                  <a:pt x="3607497" y="346440"/>
                </a:lnTo>
                <a:lnTo>
                  <a:pt x="3605986" y="345272"/>
                </a:lnTo>
                <a:lnTo>
                  <a:pt x="3604479" y="344110"/>
                </a:lnTo>
                <a:lnTo>
                  <a:pt x="3602976" y="342956"/>
                </a:lnTo>
                <a:lnTo>
                  <a:pt x="3601476" y="341809"/>
                </a:lnTo>
                <a:lnTo>
                  <a:pt x="3599979" y="340669"/>
                </a:lnTo>
                <a:lnTo>
                  <a:pt x="3598487" y="339536"/>
                </a:lnTo>
                <a:lnTo>
                  <a:pt x="3596998" y="338410"/>
                </a:lnTo>
                <a:lnTo>
                  <a:pt x="3595512" y="337291"/>
                </a:lnTo>
                <a:lnTo>
                  <a:pt x="3591813" y="334519"/>
                </a:lnTo>
                <a:lnTo>
                  <a:pt x="3585940" y="330174"/>
                </a:lnTo>
                <a:lnTo>
                  <a:pt x="3580121" y="325929"/>
                </a:lnTo>
                <a:lnTo>
                  <a:pt x="3574355" y="321779"/>
                </a:lnTo>
                <a:lnTo>
                  <a:pt x="3568642" y="317721"/>
                </a:lnTo>
                <a:lnTo>
                  <a:pt x="3562981" y="313751"/>
                </a:lnTo>
                <a:lnTo>
                  <a:pt x="3557370" y="309866"/>
                </a:lnTo>
                <a:lnTo>
                  <a:pt x="3551808" y="306060"/>
                </a:lnTo>
                <a:lnTo>
                  <a:pt x="3546296" y="302333"/>
                </a:lnTo>
                <a:lnTo>
                  <a:pt x="3540831" y="298680"/>
                </a:lnTo>
                <a:lnTo>
                  <a:pt x="3535413" y="295099"/>
                </a:lnTo>
                <a:lnTo>
                  <a:pt x="3530042" y="291587"/>
                </a:lnTo>
                <a:lnTo>
                  <a:pt x="3524716" y="288142"/>
                </a:lnTo>
                <a:lnTo>
                  <a:pt x="3519435" y="284761"/>
                </a:lnTo>
                <a:lnTo>
                  <a:pt x="3514199" y="281443"/>
                </a:lnTo>
                <a:lnTo>
                  <a:pt x="3509005" y="278184"/>
                </a:lnTo>
                <a:lnTo>
                  <a:pt x="3503854" y="274984"/>
                </a:lnTo>
                <a:lnTo>
                  <a:pt x="3498744" y="271840"/>
                </a:lnTo>
                <a:lnTo>
                  <a:pt x="3493676" y="268750"/>
                </a:lnTo>
                <a:lnTo>
                  <a:pt x="3488649" y="265712"/>
                </a:lnTo>
                <a:lnTo>
                  <a:pt x="3483661" y="262726"/>
                </a:lnTo>
                <a:lnTo>
                  <a:pt x="3478713" y="259790"/>
                </a:lnTo>
                <a:lnTo>
                  <a:pt x="3473803" y="256901"/>
                </a:lnTo>
                <a:lnTo>
                  <a:pt x="3468932" y="254060"/>
                </a:lnTo>
                <a:lnTo>
                  <a:pt x="3464098" y="251264"/>
                </a:lnTo>
                <a:lnTo>
                  <a:pt x="3459300" y="248511"/>
                </a:lnTo>
                <a:lnTo>
                  <a:pt x="3454540" y="245802"/>
                </a:lnTo>
                <a:lnTo>
                  <a:pt x="3449814" y="243135"/>
                </a:lnTo>
                <a:lnTo>
                  <a:pt x="3445125" y="240508"/>
                </a:lnTo>
                <a:lnTo>
                  <a:pt x="3440470" y="237921"/>
                </a:lnTo>
                <a:lnTo>
                  <a:pt x="3435849" y="235373"/>
                </a:lnTo>
                <a:lnTo>
                  <a:pt x="3431262" y="232862"/>
                </a:lnTo>
                <a:lnTo>
                  <a:pt x="3426708" y="230388"/>
                </a:lnTo>
                <a:lnTo>
                  <a:pt x="3422187" y="227950"/>
                </a:lnTo>
                <a:lnTo>
                  <a:pt x="3417698" y="225547"/>
                </a:lnTo>
                <a:lnTo>
                  <a:pt x="3413241" y="223178"/>
                </a:lnTo>
                <a:lnTo>
                  <a:pt x="3408815" y="220843"/>
                </a:lnTo>
                <a:lnTo>
                  <a:pt x="3404420" y="218540"/>
                </a:lnTo>
                <a:lnTo>
                  <a:pt x="3400056" y="216269"/>
                </a:lnTo>
                <a:lnTo>
                  <a:pt x="3395722" y="214029"/>
                </a:lnTo>
                <a:lnTo>
                  <a:pt x="3391418" y="211820"/>
                </a:lnTo>
                <a:lnTo>
                  <a:pt x="3387143" y="209640"/>
                </a:lnTo>
                <a:lnTo>
                  <a:pt x="3382897" y="207490"/>
                </a:lnTo>
                <a:lnTo>
                  <a:pt x="3378679" y="205368"/>
                </a:lnTo>
                <a:lnTo>
                  <a:pt x="3374489" y="203275"/>
                </a:lnTo>
                <a:lnTo>
                  <a:pt x="3370328" y="201208"/>
                </a:lnTo>
                <a:lnTo>
                  <a:pt x="3366193" y="199169"/>
                </a:lnTo>
                <a:lnTo>
                  <a:pt x="3362086" y="197156"/>
                </a:lnTo>
                <a:lnTo>
                  <a:pt x="3358005" y="195169"/>
                </a:lnTo>
                <a:lnTo>
                  <a:pt x="3353951" y="193207"/>
                </a:lnTo>
                <a:lnTo>
                  <a:pt x="3349922" y="191270"/>
                </a:lnTo>
                <a:lnTo>
                  <a:pt x="3345919" y="189357"/>
                </a:lnTo>
                <a:lnTo>
                  <a:pt x="3341942" y="187468"/>
                </a:lnTo>
                <a:lnTo>
                  <a:pt x="3337989" y="185602"/>
                </a:lnTo>
                <a:lnTo>
                  <a:pt x="3334062" y="183760"/>
                </a:lnTo>
                <a:lnTo>
                  <a:pt x="3330158" y="181940"/>
                </a:lnTo>
                <a:lnTo>
                  <a:pt x="3326279" y="180142"/>
                </a:lnTo>
                <a:lnTo>
                  <a:pt x="3322424" y="178366"/>
                </a:lnTo>
                <a:lnTo>
                  <a:pt x="3318592" y="176611"/>
                </a:lnTo>
                <a:lnTo>
                  <a:pt x="3314783" y="174878"/>
                </a:lnTo>
                <a:lnTo>
                  <a:pt x="3310997" y="173165"/>
                </a:lnTo>
                <a:lnTo>
                  <a:pt x="3307234" y="171472"/>
                </a:lnTo>
                <a:lnTo>
                  <a:pt x="3303494" y="169799"/>
                </a:lnTo>
                <a:lnTo>
                  <a:pt x="3299775" y="168146"/>
                </a:lnTo>
                <a:lnTo>
                  <a:pt x="3296078" y="166512"/>
                </a:lnTo>
                <a:lnTo>
                  <a:pt x="3292403" y="164897"/>
                </a:lnTo>
                <a:lnTo>
                  <a:pt x="3288750" y="163301"/>
                </a:lnTo>
                <a:lnTo>
                  <a:pt x="3285117" y="161723"/>
                </a:lnTo>
                <a:lnTo>
                  <a:pt x="3281505" y="160163"/>
                </a:lnTo>
                <a:lnTo>
                  <a:pt x="3277914" y="158620"/>
                </a:lnTo>
                <a:lnTo>
                  <a:pt x="3274344" y="157096"/>
                </a:lnTo>
                <a:lnTo>
                  <a:pt x="3270793" y="155588"/>
                </a:lnTo>
                <a:lnTo>
                  <a:pt x="3267263" y="154097"/>
                </a:lnTo>
                <a:lnTo>
                  <a:pt x="3263752" y="152623"/>
                </a:lnTo>
                <a:lnTo>
                  <a:pt x="3260260" y="151165"/>
                </a:lnTo>
                <a:lnTo>
                  <a:pt x="3256788" y="149723"/>
                </a:lnTo>
                <a:lnTo>
                  <a:pt x="3253336" y="148298"/>
                </a:lnTo>
                <a:lnTo>
                  <a:pt x="3249901" y="146887"/>
                </a:lnTo>
                <a:lnTo>
                  <a:pt x="3246486" y="145493"/>
                </a:lnTo>
                <a:lnTo>
                  <a:pt x="3243089" y="144113"/>
                </a:lnTo>
                <a:lnTo>
                  <a:pt x="3239710" y="142748"/>
                </a:lnTo>
                <a:lnTo>
                  <a:pt x="3236350" y="141398"/>
                </a:lnTo>
                <a:lnTo>
                  <a:pt x="3233007" y="140063"/>
                </a:lnTo>
                <a:lnTo>
                  <a:pt x="3229682" y="138742"/>
                </a:lnTo>
                <a:lnTo>
                  <a:pt x="3226374" y="137435"/>
                </a:lnTo>
                <a:lnTo>
                  <a:pt x="3223084" y="136141"/>
                </a:lnTo>
                <a:lnTo>
                  <a:pt x="3219811" y="134862"/>
                </a:lnTo>
                <a:lnTo>
                  <a:pt x="3216555" y="133596"/>
                </a:lnTo>
                <a:lnTo>
                  <a:pt x="3213316" y="132343"/>
                </a:lnTo>
                <a:lnTo>
                  <a:pt x="3210093" y="131103"/>
                </a:lnTo>
                <a:lnTo>
                  <a:pt x="3206887" y="129877"/>
                </a:lnTo>
                <a:lnTo>
                  <a:pt x="3203697" y="128663"/>
                </a:lnTo>
                <a:lnTo>
                  <a:pt x="3200523" y="127461"/>
                </a:lnTo>
                <a:lnTo>
                  <a:pt x="3197365" y="126272"/>
                </a:lnTo>
                <a:lnTo>
                  <a:pt x="3194222" y="125095"/>
                </a:lnTo>
                <a:lnTo>
                  <a:pt x="3191096" y="123931"/>
                </a:lnTo>
                <a:lnTo>
                  <a:pt x="3187985" y="122778"/>
                </a:lnTo>
                <a:lnTo>
                  <a:pt x="3184889" y="121636"/>
                </a:lnTo>
                <a:lnTo>
                  <a:pt x="3181809" y="120507"/>
                </a:lnTo>
                <a:lnTo>
                  <a:pt x="3178743" y="119389"/>
                </a:lnTo>
                <a:lnTo>
                  <a:pt x="3175692" y="118282"/>
                </a:lnTo>
                <a:lnTo>
                  <a:pt x="3172656" y="117186"/>
                </a:lnTo>
                <a:lnTo>
                  <a:pt x="3169635" y="116101"/>
                </a:lnTo>
                <a:lnTo>
                  <a:pt x="3166628" y="115027"/>
                </a:lnTo>
                <a:lnTo>
                  <a:pt x="3163636" y="113964"/>
                </a:lnTo>
                <a:lnTo>
                  <a:pt x="3160657" y="112911"/>
                </a:lnTo>
                <a:lnTo>
                  <a:pt x="3157693" y="111869"/>
                </a:lnTo>
                <a:lnTo>
                  <a:pt x="3154743" y="110837"/>
                </a:lnTo>
                <a:lnTo>
                  <a:pt x="3151806" y="109815"/>
                </a:lnTo>
                <a:lnTo>
                  <a:pt x="3148883" y="108803"/>
                </a:lnTo>
                <a:lnTo>
                  <a:pt x="3145974" y="107801"/>
                </a:lnTo>
                <a:lnTo>
                  <a:pt x="3143078" y="106809"/>
                </a:lnTo>
                <a:lnTo>
                  <a:pt x="3140195" y="105826"/>
                </a:lnTo>
                <a:lnTo>
                  <a:pt x="3137325" y="104853"/>
                </a:lnTo>
                <a:lnTo>
                  <a:pt x="3134469" y="103890"/>
                </a:lnTo>
                <a:lnTo>
                  <a:pt x="3131625" y="102935"/>
                </a:lnTo>
                <a:lnTo>
                  <a:pt x="3128794" y="101990"/>
                </a:lnTo>
                <a:lnTo>
                  <a:pt x="3125976" y="101054"/>
                </a:lnTo>
                <a:lnTo>
                  <a:pt x="3123171" y="100127"/>
                </a:lnTo>
                <a:lnTo>
                  <a:pt x="3120378" y="99209"/>
                </a:lnTo>
                <a:lnTo>
                  <a:pt x="3117597" y="98299"/>
                </a:lnTo>
                <a:lnTo>
                  <a:pt x="3114829" y="97398"/>
                </a:lnTo>
                <a:lnTo>
                  <a:pt x="3112072" y="96506"/>
                </a:lnTo>
                <a:lnTo>
                  <a:pt x="3109328" y="95622"/>
                </a:lnTo>
                <a:lnTo>
                  <a:pt x="3106596" y="94746"/>
                </a:lnTo>
                <a:lnTo>
                  <a:pt x="3103875" y="93878"/>
                </a:lnTo>
                <a:lnTo>
                  <a:pt x="3101167" y="93019"/>
                </a:lnTo>
                <a:lnTo>
                  <a:pt x="3098469" y="92168"/>
                </a:lnTo>
                <a:lnTo>
                  <a:pt x="3095784" y="91324"/>
                </a:lnTo>
                <a:lnTo>
                  <a:pt x="3093110" y="90489"/>
                </a:lnTo>
                <a:lnTo>
                  <a:pt x="3090447" y="89661"/>
                </a:lnTo>
                <a:lnTo>
                  <a:pt x="3087795" y="88841"/>
                </a:lnTo>
                <a:lnTo>
                  <a:pt x="3085155" y="88028"/>
                </a:lnTo>
                <a:lnTo>
                  <a:pt x="3082525" y="87223"/>
                </a:lnTo>
                <a:lnTo>
                  <a:pt x="3079907" y="86425"/>
                </a:lnTo>
                <a:lnTo>
                  <a:pt x="3077299" y="85635"/>
                </a:lnTo>
                <a:lnTo>
                  <a:pt x="3074702" y="84852"/>
                </a:lnTo>
                <a:lnTo>
                  <a:pt x="3072116" y="84076"/>
                </a:lnTo>
                <a:lnTo>
                  <a:pt x="3069541" y="83307"/>
                </a:lnTo>
                <a:lnTo>
                  <a:pt x="3066976" y="82545"/>
                </a:lnTo>
                <a:lnTo>
                  <a:pt x="3064421" y="81790"/>
                </a:lnTo>
                <a:lnTo>
                  <a:pt x="3061877" y="81042"/>
                </a:lnTo>
                <a:lnTo>
                  <a:pt x="3059343" y="80300"/>
                </a:lnTo>
                <a:lnTo>
                  <a:pt x="3056819" y="79565"/>
                </a:lnTo>
                <a:lnTo>
                  <a:pt x="3054305" y="78837"/>
                </a:lnTo>
                <a:lnTo>
                  <a:pt x="3051801" y="78115"/>
                </a:lnTo>
                <a:lnTo>
                  <a:pt x="3049308" y="77400"/>
                </a:lnTo>
                <a:lnTo>
                  <a:pt x="3046824" y="76691"/>
                </a:lnTo>
                <a:lnTo>
                  <a:pt x="3044350" y="75989"/>
                </a:lnTo>
                <a:lnTo>
                  <a:pt x="3041885" y="75292"/>
                </a:lnTo>
                <a:lnTo>
                  <a:pt x="3039430" y="74602"/>
                </a:lnTo>
                <a:lnTo>
                  <a:pt x="3036985" y="73918"/>
                </a:lnTo>
                <a:lnTo>
                  <a:pt x="3034549" y="73240"/>
                </a:lnTo>
                <a:lnTo>
                  <a:pt x="3032123" y="72568"/>
                </a:lnTo>
                <a:lnTo>
                  <a:pt x="3029706" y="71902"/>
                </a:lnTo>
                <a:lnTo>
                  <a:pt x="3027298" y="71241"/>
                </a:lnTo>
                <a:lnTo>
                  <a:pt x="3024899" y="70587"/>
                </a:lnTo>
                <a:lnTo>
                  <a:pt x="3022510" y="69938"/>
                </a:lnTo>
                <a:lnTo>
                  <a:pt x="3020129" y="69295"/>
                </a:lnTo>
                <a:lnTo>
                  <a:pt x="3017758" y="68657"/>
                </a:lnTo>
                <a:lnTo>
                  <a:pt x="3015395" y="68025"/>
                </a:lnTo>
                <a:lnTo>
                  <a:pt x="3013042" y="67399"/>
                </a:lnTo>
                <a:lnTo>
                  <a:pt x="3010697" y="66777"/>
                </a:lnTo>
                <a:lnTo>
                  <a:pt x="3008361" y="66162"/>
                </a:lnTo>
                <a:lnTo>
                  <a:pt x="3006033" y="65551"/>
                </a:lnTo>
                <a:lnTo>
                  <a:pt x="3003714" y="64946"/>
                </a:lnTo>
                <a:lnTo>
                  <a:pt x="3001404" y="64346"/>
                </a:lnTo>
                <a:lnTo>
                  <a:pt x="2999102" y="63751"/>
                </a:lnTo>
                <a:lnTo>
                  <a:pt x="2996808" y="63161"/>
                </a:lnTo>
                <a:lnTo>
                  <a:pt x="2994523" y="62576"/>
                </a:lnTo>
                <a:lnTo>
                  <a:pt x="2992246" y="61996"/>
                </a:lnTo>
                <a:lnTo>
                  <a:pt x="2989977" y="61421"/>
                </a:lnTo>
                <a:lnTo>
                  <a:pt x="2987717" y="60851"/>
                </a:lnTo>
                <a:lnTo>
                  <a:pt x="2985464" y="60286"/>
                </a:lnTo>
                <a:lnTo>
                  <a:pt x="2983220" y="59726"/>
                </a:lnTo>
                <a:lnTo>
                  <a:pt x="2980984" y="59170"/>
                </a:lnTo>
                <a:lnTo>
                  <a:pt x="2978755" y="58619"/>
                </a:lnTo>
                <a:lnTo>
                  <a:pt x="2976534" y="58073"/>
                </a:lnTo>
                <a:lnTo>
                  <a:pt x="2974322" y="57531"/>
                </a:lnTo>
                <a:lnTo>
                  <a:pt x="2972117" y="56993"/>
                </a:lnTo>
                <a:lnTo>
                  <a:pt x="2969919" y="56461"/>
                </a:lnTo>
                <a:lnTo>
                  <a:pt x="2967730" y="55932"/>
                </a:lnTo>
                <a:lnTo>
                  <a:pt x="2965548" y="55408"/>
                </a:lnTo>
                <a:lnTo>
                  <a:pt x="2963373" y="54888"/>
                </a:lnTo>
                <a:lnTo>
                  <a:pt x="2961206" y="54373"/>
                </a:lnTo>
                <a:lnTo>
                  <a:pt x="2959046" y="53862"/>
                </a:lnTo>
                <a:lnTo>
                  <a:pt x="2956894" y="53355"/>
                </a:lnTo>
                <a:lnTo>
                  <a:pt x="2954749" y="52853"/>
                </a:lnTo>
                <a:lnTo>
                  <a:pt x="2952612" y="52354"/>
                </a:lnTo>
                <a:lnTo>
                  <a:pt x="2950482" y="51860"/>
                </a:lnTo>
                <a:lnTo>
                  <a:pt x="2948359" y="51369"/>
                </a:lnTo>
                <a:lnTo>
                  <a:pt x="2946243" y="50883"/>
                </a:lnTo>
                <a:lnTo>
                  <a:pt x="2944134" y="50400"/>
                </a:lnTo>
                <a:lnTo>
                  <a:pt x="2942032" y="49922"/>
                </a:lnTo>
                <a:lnTo>
                  <a:pt x="2939937" y="49447"/>
                </a:lnTo>
                <a:lnTo>
                  <a:pt x="2937849" y="48977"/>
                </a:lnTo>
                <a:lnTo>
                  <a:pt x="2935769" y="48510"/>
                </a:lnTo>
                <a:lnTo>
                  <a:pt x="2933694" y="48047"/>
                </a:lnTo>
                <a:lnTo>
                  <a:pt x="2931627" y="47587"/>
                </a:lnTo>
                <a:lnTo>
                  <a:pt x="2929567" y="47132"/>
                </a:lnTo>
                <a:lnTo>
                  <a:pt x="2927513" y="46680"/>
                </a:lnTo>
                <a:lnTo>
                  <a:pt x="2921783" y="46231"/>
                </a:lnTo>
                <a:lnTo>
                  <a:pt x="2907460" y="45786"/>
                </a:lnTo>
                <a:lnTo>
                  <a:pt x="2893138" y="45345"/>
                </a:lnTo>
                <a:lnTo>
                  <a:pt x="2878815" y="44908"/>
                </a:lnTo>
                <a:lnTo>
                  <a:pt x="2864493" y="44473"/>
                </a:lnTo>
                <a:lnTo>
                  <a:pt x="2850170" y="44043"/>
                </a:lnTo>
                <a:lnTo>
                  <a:pt x="2835848" y="43616"/>
                </a:lnTo>
                <a:lnTo>
                  <a:pt x="2821525" y="43192"/>
                </a:lnTo>
                <a:lnTo>
                  <a:pt x="2807203" y="42771"/>
                </a:lnTo>
                <a:lnTo>
                  <a:pt x="2792881" y="42354"/>
                </a:lnTo>
                <a:lnTo>
                  <a:pt x="2778558" y="41940"/>
                </a:lnTo>
                <a:lnTo>
                  <a:pt x="2764236" y="41530"/>
                </a:lnTo>
                <a:lnTo>
                  <a:pt x="2749913" y="41122"/>
                </a:lnTo>
                <a:lnTo>
                  <a:pt x="2735591" y="40718"/>
                </a:lnTo>
                <a:lnTo>
                  <a:pt x="2721268" y="40317"/>
                </a:lnTo>
                <a:lnTo>
                  <a:pt x="2706946" y="39919"/>
                </a:lnTo>
                <a:lnTo>
                  <a:pt x="2692623" y="39525"/>
                </a:lnTo>
                <a:lnTo>
                  <a:pt x="2678301" y="39133"/>
                </a:lnTo>
                <a:lnTo>
                  <a:pt x="2663978" y="38744"/>
                </a:lnTo>
                <a:lnTo>
                  <a:pt x="2649656" y="38359"/>
                </a:lnTo>
                <a:lnTo>
                  <a:pt x="2635333" y="37976"/>
                </a:lnTo>
                <a:lnTo>
                  <a:pt x="2621011" y="37597"/>
                </a:lnTo>
                <a:lnTo>
                  <a:pt x="2606688" y="37220"/>
                </a:lnTo>
                <a:lnTo>
                  <a:pt x="2592366" y="36846"/>
                </a:lnTo>
                <a:lnTo>
                  <a:pt x="2578044" y="36476"/>
                </a:lnTo>
                <a:lnTo>
                  <a:pt x="2563721" y="36108"/>
                </a:lnTo>
                <a:lnTo>
                  <a:pt x="2549399" y="35743"/>
                </a:lnTo>
                <a:lnTo>
                  <a:pt x="2535076" y="35380"/>
                </a:lnTo>
                <a:lnTo>
                  <a:pt x="2520754" y="35021"/>
                </a:lnTo>
                <a:lnTo>
                  <a:pt x="2506431" y="34664"/>
                </a:lnTo>
                <a:lnTo>
                  <a:pt x="2492109" y="34310"/>
                </a:lnTo>
                <a:lnTo>
                  <a:pt x="2477786" y="33959"/>
                </a:lnTo>
                <a:lnTo>
                  <a:pt x="2463464" y="33611"/>
                </a:lnTo>
                <a:lnTo>
                  <a:pt x="2449141" y="33265"/>
                </a:lnTo>
                <a:lnTo>
                  <a:pt x="2434819" y="32921"/>
                </a:lnTo>
                <a:lnTo>
                  <a:pt x="2420496" y="32581"/>
                </a:lnTo>
                <a:lnTo>
                  <a:pt x="2406174" y="32243"/>
                </a:lnTo>
                <a:lnTo>
                  <a:pt x="2391851" y="31907"/>
                </a:lnTo>
                <a:lnTo>
                  <a:pt x="2377529" y="31574"/>
                </a:lnTo>
                <a:lnTo>
                  <a:pt x="2363207" y="31244"/>
                </a:lnTo>
                <a:lnTo>
                  <a:pt x="2348884" y="30916"/>
                </a:lnTo>
                <a:lnTo>
                  <a:pt x="2334562" y="30591"/>
                </a:lnTo>
                <a:lnTo>
                  <a:pt x="2320239" y="30268"/>
                </a:lnTo>
                <a:lnTo>
                  <a:pt x="2305917" y="29947"/>
                </a:lnTo>
                <a:lnTo>
                  <a:pt x="2291594" y="29629"/>
                </a:lnTo>
                <a:lnTo>
                  <a:pt x="2277272" y="29313"/>
                </a:lnTo>
                <a:lnTo>
                  <a:pt x="2262949" y="29000"/>
                </a:lnTo>
                <a:lnTo>
                  <a:pt x="2248627" y="28689"/>
                </a:lnTo>
                <a:lnTo>
                  <a:pt x="2234304" y="28380"/>
                </a:lnTo>
                <a:lnTo>
                  <a:pt x="2219982" y="28074"/>
                </a:lnTo>
                <a:lnTo>
                  <a:pt x="2205659" y="27770"/>
                </a:lnTo>
                <a:lnTo>
                  <a:pt x="2191337" y="27468"/>
                </a:lnTo>
                <a:lnTo>
                  <a:pt x="2177014" y="27169"/>
                </a:lnTo>
                <a:lnTo>
                  <a:pt x="2162692" y="26872"/>
                </a:lnTo>
                <a:lnTo>
                  <a:pt x="2148370" y="26577"/>
                </a:lnTo>
                <a:lnTo>
                  <a:pt x="2134047" y="26284"/>
                </a:lnTo>
                <a:lnTo>
                  <a:pt x="2119725" y="25993"/>
                </a:lnTo>
                <a:lnTo>
                  <a:pt x="2105402" y="25704"/>
                </a:lnTo>
                <a:lnTo>
                  <a:pt x="2091080" y="25418"/>
                </a:lnTo>
                <a:lnTo>
                  <a:pt x="2076757" y="25134"/>
                </a:lnTo>
                <a:lnTo>
                  <a:pt x="2062435" y="24852"/>
                </a:lnTo>
                <a:lnTo>
                  <a:pt x="2048112" y="24572"/>
                </a:lnTo>
                <a:lnTo>
                  <a:pt x="2033790" y="24294"/>
                </a:lnTo>
                <a:lnTo>
                  <a:pt x="2019467" y="24018"/>
                </a:lnTo>
                <a:lnTo>
                  <a:pt x="2005145" y="23744"/>
                </a:lnTo>
                <a:lnTo>
                  <a:pt x="1990822" y="23472"/>
                </a:lnTo>
                <a:lnTo>
                  <a:pt x="1976500" y="23202"/>
                </a:lnTo>
                <a:lnTo>
                  <a:pt x="1962177" y="22934"/>
                </a:lnTo>
                <a:lnTo>
                  <a:pt x="1947855" y="22668"/>
                </a:lnTo>
                <a:lnTo>
                  <a:pt x="1933533" y="22404"/>
                </a:lnTo>
                <a:lnTo>
                  <a:pt x="1919210" y="22142"/>
                </a:lnTo>
                <a:lnTo>
                  <a:pt x="1904888" y="21882"/>
                </a:lnTo>
                <a:lnTo>
                  <a:pt x="1890565" y="21624"/>
                </a:lnTo>
                <a:lnTo>
                  <a:pt x="1876243" y="21367"/>
                </a:lnTo>
                <a:lnTo>
                  <a:pt x="1861920" y="21113"/>
                </a:lnTo>
                <a:lnTo>
                  <a:pt x="1847598" y="20860"/>
                </a:lnTo>
                <a:lnTo>
                  <a:pt x="1833275" y="20610"/>
                </a:lnTo>
                <a:lnTo>
                  <a:pt x="1818953" y="20361"/>
                </a:lnTo>
                <a:lnTo>
                  <a:pt x="1804630" y="20114"/>
                </a:lnTo>
                <a:lnTo>
                  <a:pt x="1790308" y="19868"/>
                </a:lnTo>
                <a:lnTo>
                  <a:pt x="1775985" y="19625"/>
                </a:lnTo>
                <a:lnTo>
                  <a:pt x="1761663" y="19383"/>
                </a:lnTo>
                <a:lnTo>
                  <a:pt x="1747340" y="19143"/>
                </a:lnTo>
                <a:lnTo>
                  <a:pt x="1733018" y="18905"/>
                </a:lnTo>
                <a:lnTo>
                  <a:pt x="1718696" y="18669"/>
                </a:lnTo>
                <a:lnTo>
                  <a:pt x="1704373" y="18434"/>
                </a:lnTo>
                <a:lnTo>
                  <a:pt x="1690051" y="18201"/>
                </a:lnTo>
                <a:lnTo>
                  <a:pt x="1675728" y="17969"/>
                </a:lnTo>
                <a:lnTo>
                  <a:pt x="1661406" y="17740"/>
                </a:lnTo>
                <a:lnTo>
                  <a:pt x="1647083" y="17512"/>
                </a:lnTo>
                <a:lnTo>
                  <a:pt x="1632761" y="17285"/>
                </a:lnTo>
                <a:lnTo>
                  <a:pt x="1618438" y="17061"/>
                </a:lnTo>
                <a:lnTo>
                  <a:pt x="1604116" y="16837"/>
                </a:lnTo>
                <a:lnTo>
                  <a:pt x="1589793" y="16616"/>
                </a:lnTo>
                <a:lnTo>
                  <a:pt x="1575471" y="16396"/>
                </a:lnTo>
                <a:lnTo>
                  <a:pt x="1561148" y="16178"/>
                </a:lnTo>
                <a:lnTo>
                  <a:pt x="1546826" y="15961"/>
                </a:lnTo>
                <a:lnTo>
                  <a:pt x="1532503" y="15746"/>
                </a:lnTo>
                <a:lnTo>
                  <a:pt x="1518181" y="15533"/>
                </a:lnTo>
                <a:lnTo>
                  <a:pt x="1503859" y="15321"/>
                </a:lnTo>
                <a:lnTo>
                  <a:pt x="1489536" y="15110"/>
                </a:lnTo>
                <a:lnTo>
                  <a:pt x="1475214" y="14901"/>
                </a:lnTo>
                <a:lnTo>
                  <a:pt x="1460891" y="14694"/>
                </a:lnTo>
                <a:lnTo>
                  <a:pt x="1446569" y="14488"/>
                </a:lnTo>
                <a:lnTo>
                  <a:pt x="1432246" y="14283"/>
                </a:lnTo>
                <a:lnTo>
                  <a:pt x="1417924" y="14080"/>
                </a:lnTo>
                <a:lnTo>
                  <a:pt x="1403601" y="13879"/>
                </a:lnTo>
                <a:lnTo>
                  <a:pt x="1389279" y="13679"/>
                </a:lnTo>
                <a:lnTo>
                  <a:pt x="1374956" y="13480"/>
                </a:lnTo>
                <a:lnTo>
                  <a:pt x="1360634" y="13283"/>
                </a:lnTo>
                <a:lnTo>
                  <a:pt x="1346311" y="13087"/>
                </a:lnTo>
                <a:lnTo>
                  <a:pt x="1331989" y="12893"/>
                </a:lnTo>
                <a:lnTo>
                  <a:pt x="1317666" y="12700"/>
                </a:lnTo>
                <a:lnTo>
                  <a:pt x="1303344" y="12509"/>
                </a:lnTo>
                <a:lnTo>
                  <a:pt x="1289022" y="12319"/>
                </a:lnTo>
                <a:lnTo>
                  <a:pt x="1274699" y="12130"/>
                </a:lnTo>
                <a:lnTo>
                  <a:pt x="1260377" y="11943"/>
                </a:lnTo>
                <a:lnTo>
                  <a:pt x="1246054" y="11757"/>
                </a:lnTo>
                <a:lnTo>
                  <a:pt x="1231732" y="11572"/>
                </a:lnTo>
                <a:lnTo>
                  <a:pt x="1217409" y="11389"/>
                </a:lnTo>
                <a:lnTo>
                  <a:pt x="1203087" y="11207"/>
                </a:lnTo>
                <a:lnTo>
                  <a:pt x="1188764" y="11026"/>
                </a:lnTo>
                <a:lnTo>
                  <a:pt x="1174442" y="10847"/>
                </a:lnTo>
                <a:lnTo>
                  <a:pt x="1160119" y="10669"/>
                </a:lnTo>
                <a:lnTo>
                  <a:pt x="1145797" y="10493"/>
                </a:lnTo>
                <a:lnTo>
                  <a:pt x="1131474" y="10317"/>
                </a:lnTo>
                <a:lnTo>
                  <a:pt x="1117152" y="10143"/>
                </a:lnTo>
                <a:lnTo>
                  <a:pt x="1102829" y="9970"/>
                </a:lnTo>
                <a:lnTo>
                  <a:pt x="1088507" y="9799"/>
                </a:lnTo>
                <a:lnTo>
                  <a:pt x="1074185" y="9629"/>
                </a:lnTo>
                <a:lnTo>
                  <a:pt x="1059862" y="9460"/>
                </a:lnTo>
                <a:lnTo>
                  <a:pt x="1045540" y="9292"/>
                </a:lnTo>
                <a:lnTo>
                  <a:pt x="1031217" y="9125"/>
                </a:lnTo>
                <a:lnTo>
                  <a:pt x="1016895" y="8960"/>
                </a:lnTo>
                <a:lnTo>
                  <a:pt x="1002572" y="8796"/>
                </a:lnTo>
                <a:lnTo>
                  <a:pt x="988250" y="8633"/>
                </a:lnTo>
                <a:lnTo>
                  <a:pt x="973927" y="8471"/>
                </a:lnTo>
                <a:lnTo>
                  <a:pt x="959605" y="8311"/>
                </a:lnTo>
                <a:lnTo>
                  <a:pt x="945282" y="8152"/>
                </a:lnTo>
                <a:lnTo>
                  <a:pt x="930960" y="7994"/>
                </a:lnTo>
                <a:lnTo>
                  <a:pt x="916637" y="7837"/>
                </a:lnTo>
                <a:lnTo>
                  <a:pt x="902315" y="7681"/>
                </a:lnTo>
                <a:lnTo>
                  <a:pt x="887992" y="7526"/>
                </a:lnTo>
                <a:lnTo>
                  <a:pt x="873670" y="7373"/>
                </a:lnTo>
                <a:lnTo>
                  <a:pt x="859348" y="7221"/>
                </a:lnTo>
                <a:lnTo>
                  <a:pt x="845025" y="7070"/>
                </a:lnTo>
                <a:lnTo>
                  <a:pt x="830703" y="6920"/>
                </a:lnTo>
                <a:lnTo>
                  <a:pt x="816380" y="6771"/>
                </a:lnTo>
                <a:lnTo>
                  <a:pt x="802058" y="6623"/>
                </a:lnTo>
                <a:lnTo>
                  <a:pt x="787735" y="6477"/>
                </a:lnTo>
                <a:lnTo>
                  <a:pt x="773413" y="6331"/>
                </a:lnTo>
                <a:lnTo>
                  <a:pt x="759090" y="6187"/>
                </a:lnTo>
                <a:lnTo>
                  <a:pt x="744768" y="6044"/>
                </a:lnTo>
                <a:lnTo>
                  <a:pt x="730445" y="5902"/>
                </a:lnTo>
                <a:lnTo>
                  <a:pt x="716123" y="5760"/>
                </a:lnTo>
                <a:lnTo>
                  <a:pt x="701800" y="5620"/>
                </a:lnTo>
                <a:lnTo>
                  <a:pt x="687478" y="5482"/>
                </a:lnTo>
                <a:lnTo>
                  <a:pt x="673155" y="5344"/>
                </a:lnTo>
                <a:lnTo>
                  <a:pt x="658833" y="5207"/>
                </a:lnTo>
                <a:lnTo>
                  <a:pt x="644511" y="5071"/>
                </a:lnTo>
                <a:lnTo>
                  <a:pt x="630188" y="4937"/>
                </a:lnTo>
                <a:lnTo>
                  <a:pt x="615866" y="4803"/>
                </a:lnTo>
                <a:lnTo>
                  <a:pt x="601543" y="4671"/>
                </a:lnTo>
                <a:lnTo>
                  <a:pt x="587221" y="4539"/>
                </a:lnTo>
                <a:lnTo>
                  <a:pt x="572898" y="4409"/>
                </a:lnTo>
                <a:lnTo>
                  <a:pt x="558576" y="4279"/>
                </a:lnTo>
                <a:lnTo>
                  <a:pt x="544253" y="4151"/>
                </a:lnTo>
                <a:lnTo>
                  <a:pt x="529931" y="4024"/>
                </a:lnTo>
                <a:lnTo>
                  <a:pt x="515608" y="3897"/>
                </a:lnTo>
                <a:lnTo>
                  <a:pt x="501286" y="3772"/>
                </a:lnTo>
                <a:lnTo>
                  <a:pt x="486963" y="3648"/>
                </a:lnTo>
                <a:lnTo>
                  <a:pt x="472641" y="3525"/>
                </a:lnTo>
                <a:lnTo>
                  <a:pt x="458318" y="3402"/>
                </a:lnTo>
                <a:lnTo>
                  <a:pt x="443996" y="3281"/>
                </a:lnTo>
                <a:lnTo>
                  <a:pt x="429674" y="3161"/>
                </a:lnTo>
                <a:lnTo>
                  <a:pt x="415351" y="3042"/>
                </a:lnTo>
                <a:lnTo>
                  <a:pt x="401029" y="2923"/>
                </a:lnTo>
                <a:lnTo>
                  <a:pt x="386706" y="2806"/>
                </a:lnTo>
                <a:lnTo>
                  <a:pt x="372384" y="2690"/>
                </a:lnTo>
                <a:lnTo>
                  <a:pt x="358061" y="2574"/>
                </a:lnTo>
                <a:lnTo>
                  <a:pt x="343739" y="2460"/>
                </a:lnTo>
                <a:lnTo>
                  <a:pt x="329416" y="2346"/>
                </a:lnTo>
                <a:lnTo>
                  <a:pt x="315094" y="2234"/>
                </a:lnTo>
                <a:lnTo>
                  <a:pt x="300771" y="2123"/>
                </a:lnTo>
                <a:lnTo>
                  <a:pt x="286449" y="2012"/>
                </a:lnTo>
                <a:lnTo>
                  <a:pt x="272126" y="1902"/>
                </a:lnTo>
                <a:lnTo>
                  <a:pt x="257804" y="1794"/>
                </a:lnTo>
                <a:lnTo>
                  <a:pt x="243481" y="1686"/>
                </a:lnTo>
                <a:lnTo>
                  <a:pt x="229159" y="1580"/>
                </a:lnTo>
                <a:lnTo>
                  <a:pt x="214837" y="1474"/>
                </a:lnTo>
                <a:lnTo>
                  <a:pt x="200514" y="1369"/>
                </a:lnTo>
                <a:lnTo>
                  <a:pt x="186192" y="1265"/>
                </a:lnTo>
                <a:lnTo>
                  <a:pt x="171869" y="1162"/>
                </a:lnTo>
                <a:lnTo>
                  <a:pt x="157547" y="1060"/>
                </a:lnTo>
                <a:lnTo>
                  <a:pt x="143224" y="959"/>
                </a:lnTo>
                <a:lnTo>
                  <a:pt x="128902" y="859"/>
                </a:lnTo>
                <a:lnTo>
                  <a:pt x="114579" y="760"/>
                </a:lnTo>
                <a:lnTo>
                  <a:pt x="100257" y="662"/>
                </a:lnTo>
                <a:lnTo>
                  <a:pt x="85934" y="564"/>
                </a:lnTo>
                <a:lnTo>
                  <a:pt x="71612" y="468"/>
                </a:lnTo>
                <a:lnTo>
                  <a:pt x="57289" y="372"/>
                </a:lnTo>
                <a:lnTo>
                  <a:pt x="42967" y="278"/>
                </a:lnTo>
                <a:lnTo>
                  <a:pt x="28644" y="184"/>
                </a:lnTo>
                <a:lnTo>
                  <a:pt x="14322" y="91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1BAF7A"/>
            </a:solidFill>
            <a:prstDash val="dash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(c) n_i curve"/>
          <p:cNvSpPr/>
          <p:nvPr/>
        </p:nvSpPr>
        <p:spPr>
          <a:xfrm>
            <a:off x="4343400" y="6094548"/>
            <a:ext cx="7313665" cy="417124"/>
          </a:xfrm>
          <a:custGeom>
            <a:avLst/>
            <a:gdLst/>
            <a:ahLst/>
            <a:cxnLst/>
            <a:rect l="l" t="t" r="r" b="b"/>
            <a:pathLst>
              <a:path w="7313665" h="417124">
                <a:moveTo>
                  <a:pt x="7313665" y="417124"/>
                </a:moveTo>
                <a:lnTo>
                  <a:pt x="7310595" y="414790"/>
                </a:lnTo>
                <a:lnTo>
                  <a:pt x="7307526" y="413002"/>
                </a:lnTo>
                <a:lnTo>
                  <a:pt x="7304456" y="411592"/>
                </a:lnTo>
                <a:lnTo>
                  <a:pt x="7301386" y="410448"/>
                </a:lnTo>
                <a:lnTo>
                  <a:pt x="7298317" y="409496"/>
                </a:lnTo>
                <a:lnTo>
                  <a:pt x="7295247" y="408682"/>
                </a:lnTo>
                <a:lnTo>
                  <a:pt x="7292178" y="407970"/>
                </a:lnTo>
                <a:lnTo>
                  <a:pt x="7289108" y="407333"/>
                </a:lnTo>
                <a:lnTo>
                  <a:pt x="7286038" y="406751"/>
                </a:lnTo>
                <a:lnTo>
                  <a:pt x="7282969" y="406210"/>
                </a:lnTo>
                <a:lnTo>
                  <a:pt x="7279899" y="405700"/>
                </a:lnTo>
                <a:lnTo>
                  <a:pt x="7276830" y="405211"/>
                </a:lnTo>
                <a:lnTo>
                  <a:pt x="7273760" y="404740"/>
                </a:lnTo>
                <a:lnTo>
                  <a:pt x="7270691" y="404280"/>
                </a:lnTo>
                <a:lnTo>
                  <a:pt x="7267621" y="403829"/>
                </a:lnTo>
                <a:lnTo>
                  <a:pt x="7264551" y="403385"/>
                </a:lnTo>
                <a:lnTo>
                  <a:pt x="7261482" y="402944"/>
                </a:lnTo>
                <a:lnTo>
                  <a:pt x="7258412" y="402507"/>
                </a:lnTo>
                <a:lnTo>
                  <a:pt x="7255343" y="402071"/>
                </a:lnTo>
                <a:lnTo>
                  <a:pt x="7252273" y="401636"/>
                </a:lnTo>
                <a:lnTo>
                  <a:pt x="7249204" y="401201"/>
                </a:lnTo>
                <a:lnTo>
                  <a:pt x="7246134" y="400765"/>
                </a:lnTo>
                <a:lnTo>
                  <a:pt x="7243064" y="400329"/>
                </a:lnTo>
                <a:lnTo>
                  <a:pt x="7239995" y="399892"/>
                </a:lnTo>
                <a:lnTo>
                  <a:pt x="7236925" y="399454"/>
                </a:lnTo>
                <a:lnTo>
                  <a:pt x="7233856" y="399014"/>
                </a:lnTo>
                <a:lnTo>
                  <a:pt x="7230786" y="398573"/>
                </a:lnTo>
                <a:lnTo>
                  <a:pt x="7227716" y="398131"/>
                </a:lnTo>
                <a:lnTo>
                  <a:pt x="7224647" y="397686"/>
                </a:lnTo>
                <a:lnTo>
                  <a:pt x="7221577" y="397240"/>
                </a:lnTo>
                <a:lnTo>
                  <a:pt x="7218508" y="396793"/>
                </a:lnTo>
                <a:lnTo>
                  <a:pt x="7215438" y="396343"/>
                </a:lnTo>
                <a:lnTo>
                  <a:pt x="7212369" y="395892"/>
                </a:lnTo>
                <a:lnTo>
                  <a:pt x="7209299" y="395440"/>
                </a:lnTo>
                <a:lnTo>
                  <a:pt x="7206229" y="394986"/>
                </a:lnTo>
                <a:lnTo>
                  <a:pt x="7203160" y="394530"/>
                </a:lnTo>
                <a:lnTo>
                  <a:pt x="7200090" y="394072"/>
                </a:lnTo>
                <a:lnTo>
                  <a:pt x="7197021" y="393613"/>
                </a:lnTo>
                <a:lnTo>
                  <a:pt x="7193951" y="393153"/>
                </a:lnTo>
                <a:lnTo>
                  <a:pt x="7190882" y="392690"/>
                </a:lnTo>
                <a:lnTo>
                  <a:pt x="7187812" y="392227"/>
                </a:lnTo>
                <a:lnTo>
                  <a:pt x="7184742" y="391762"/>
                </a:lnTo>
                <a:lnTo>
                  <a:pt x="7181673" y="391296"/>
                </a:lnTo>
                <a:lnTo>
                  <a:pt x="7178603" y="390828"/>
                </a:lnTo>
                <a:lnTo>
                  <a:pt x="7175534" y="390359"/>
                </a:lnTo>
                <a:lnTo>
                  <a:pt x="7172464" y="389889"/>
                </a:lnTo>
                <a:lnTo>
                  <a:pt x="7169394" y="389418"/>
                </a:lnTo>
                <a:lnTo>
                  <a:pt x="7166325" y="388945"/>
                </a:lnTo>
                <a:lnTo>
                  <a:pt x="7163255" y="388471"/>
                </a:lnTo>
                <a:lnTo>
                  <a:pt x="7160186" y="387997"/>
                </a:lnTo>
                <a:lnTo>
                  <a:pt x="7157116" y="387521"/>
                </a:lnTo>
                <a:lnTo>
                  <a:pt x="7154047" y="387044"/>
                </a:lnTo>
                <a:lnTo>
                  <a:pt x="7150977" y="386567"/>
                </a:lnTo>
                <a:lnTo>
                  <a:pt x="7147907" y="386088"/>
                </a:lnTo>
                <a:lnTo>
                  <a:pt x="7144838" y="385609"/>
                </a:lnTo>
                <a:lnTo>
                  <a:pt x="7141768" y="385129"/>
                </a:lnTo>
                <a:lnTo>
                  <a:pt x="7138699" y="384649"/>
                </a:lnTo>
                <a:lnTo>
                  <a:pt x="7135629" y="384167"/>
                </a:lnTo>
                <a:lnTo>
                  <a:pt x="7132559" y="383685"/>
                </a:lnTo>
                <a:lnTo>
                  <a:pt x="7129490" y="383203"/>
                </a:lnTo>
                <a:lnTo>
                  <a:pt x="7126420" y="382720"/>
                </a:lnTo>
                <a:lnTo>
                  <a:pt x="7123351" y="382236"/>
                </a:lnTo>
                <a:lnTo>
                  <a:pt x="7120281" y="381752"/>
                </a:lnTo>
                <a:lnTo>
                  <a:pt x="7117212" y="381268"/>
                </a:lnTo>
                <a:lnTo>
                  <a:pt x="7114142" y="380783"/>
                </a:lnTo>
                <a:lnTo>
                  <a:pt x="7111072" y="380298"/>
                </a:lnTo>
                <a:lnTo>
                  <a:pt x="7108003" y="379813"/>
                </a:lnTo>
                <a:lnTo>
                  <a:pt x="7104933" y="379328"/>
                </a:lnTo>
                <a:lnTo>
                  <a:pt x="7101864" y="378843"/>
                </a:lnTo>
                <a:lnTo>
                  <a:pt x="7098794" y="378357"/>
                </a:lnTo>
                <a:lnTo>
                  <a:pt x="7095725" y="377872"/>
                </a:lnTo>
                <a:lnTo>
                  <a:pt x="7088051" y="376663"/>
                </a:lnTo>
                <a:lnTo>
                  <a:pt x="7075772" y="374733"/>
                </a:lnTo>
                <a:lnTo>
                  <a:pt x="7063494" y="372805"/>
                </a:lnTo>
                <a:lnTo>
                  <a:pt x="7051216" y="370882"/>
                </a:lnTo>
                <a:lnTo>
                  <a:pt x="7038937" y="368968"/>
                </a:lnTo>
                <a:lnTo>
                  <a:pt x="7026659" y="367066"/>
                </a:lnTo>
                <a:lnTo>
                  <a:pt x="7014381" y="365179"/>
                </a:lnTo>
                <a:lnTo>
                  <a:pt x="7002102" y="363309"/>
                </a:lnTo>
                <a:lnTo>
                  <a:pt x="6989824" y="361457"/>
                </a:lnTo>
                <a:lnTo>
                  <a:pt x="6977546" y="359626"/>
                </a:lnTo>
                <a:lnTo>
                  <a:pt x="6965267" y="357817"/>
                </a:lnTo>
                <a:lnTo>
                  <a:pt x="6952989" y="356031"/>
                </a:lnTo>
                <a:lnTo>
                  <a:pt x="6940711" y="354270"/>
                </a:lnTo>
                <a:lnTo>
                  <a:pt x="6928432" y="352534"/>
                </a:lnTo>
                <a:lnTo>
                  <a:pt x="6916154" y="350823"/>
                </a:lnTo>
                <a:lnTo>
                  <a:pt x="6903876" y="349139"/>
                </a:lnTo>
                <a:lnTo>
                  <a:pt x="6891597" y="347482"/>
                </a:lnTo>
                <a:lnTo>
                  <a:pt x="6879319" y="345852"/>
                </a:lnTo>
                <a:lnTo>
                  <a:pt x="6867041" y="344250"/>
                </a:lnTo>
                <a:lnTo>
                  <a:pt x="6854762" y="342674"/>
                </a:lnTo>
                <a:lnTo>
                  <a:pt x="6842484" y="341126"/>
                </a:lnTo>
                <a:lnTo>
                  <a:pt x="6830206" y="339605"/>
                </a:lnTo>
                <a:lnTo>
                  <a:pt x="6817928" y="338111"/>
                </a:lnTo>
                <a:lnTo>
                  <a:pt x="6805649" y="336643"/>
                </a:lnTo>
                <a:lnTo>
                  <a:pt x="6793371" y="335202"/>
                </a:lnTo>
                <a:lnTo>
                  <a:pt x="6781093" y="333786"/>
                </a:lnTo>
                <a:lnTo>
                  <a:pt x="6768814" y="332395"/>
                </a:lnTo>
                <a:lnTo>
                  <a:pt x="6756536" y="331029"/>
                </a:lnTo>
                <a:lnTo>
                  <a:pt x="6744258" y="329688"/>
                </a:lnTo>
                <a:lnTo>
                  <a:pt x="6731979" y="328369"/>
                </a:lnTo>
                <a:lnTo>
                  <a:pt x="6701283" y="325177"/>
                </a:lnTo>
                <a:lnTo>
                  <a:pt x="6652170" y="320382"/>
                </a:lnTo>
                <a:lnTo>
                  <a:pt x="6603057" y="315897"/>
                </a:lnTo>
                <a:lnTo>
                  <a:pt x="6553944" y="311698"/>
                </a:lnTo>
                <a:lnTo>
                  <a:pt x="6506094" y="307758"/>
                </a:lnTo>
                <a:lnTo>
                  <a:pt x="6469116" y="304052"/>
                </a:lnTo>
                <a:lnTo>
                  <a:pt x="6434195" y="300557"/>
                </a:lnTo>
                <a:lnTo>
                  <a:pt x="6401111" y="297252"/>
                </a:lnTo>
                <a:lnTo>
                  <a:pt x="6369683" y="294121"/>
                </a:lnTo>
                <a:lnTo>
                  <a:pt x="6339752" y="291147"/>
                </a:lnTo>
                <a:lnTo>
                  <a:pt x="6311182" y="288317"/>
                </a:lnTo>
                <a:lnTo>
                  <a:pt x="6283855" y="285619"/>
                </a:lnTo>
                <a:lnTo>
                  <a:pt x="6257666" y="283042"/>
                </a:lnTo>
                <a:lnTo>
                  <a:pt x="6232525" y="280576"/>
                </a:lnTo>
                <a:lnTo>
                  <a:pt x="6208352" y="278214"/>
                </a:lnTo>
                <a:lnTo>
                  <a:pt x="6185074" y="275946"/>
                </a:lnTo>
                <a:lnTo>
                  <a:pt x="6162627" y="273768"/>
                </a:lnTo>
                <a:lnTo>
                  <a:pt x="6140955" y="271672"/>
                </a:lnTo>
                <a:lnTo>
                  <a:pt x="6120005" y="269652"/>
                </a:lnTo>
                <a:lnTo>
                  <a:pt x="6099732" y="267703"/>
                </a:lnTo>
                <a:lnTo>
                  <a:pt x="6051736" y="263099"/>
                </a:lnTo>
                <a:lnTo>
                  <a:pt x="5981838" y="256523"/>
                </a:lnTo>
                <a:lnTo>
                  <a:pt x="5918943" y="250679"/>
                </a:lnTo>
                <a:lnTo>
                  <a:pt x="5861773" y="245433"/>
                </a:lnTo>
                <a:lnTo>
                  <a:pt x="5809373" y="240683"/>
                </a:lnTo>
                <a:lnTo>
                  <a:pt x="5761008" y="236352"/>
                </a:lnTo>
                <a:lnTo>
                  <a:pt x="5716101" y="232377"/>
                </a:lnTo>
                <a:lnTo>
                  <a:pt x="5674190" y="228709"/>
                </a:lnTo>
                <a:lnTo>
                  <a:pt x="5634900" y="225308"/>
                </a:lnTo>
                <a:lnTo>
                  <a:pt x="5597923" y="222142"/>
                </a:lnTo>
                <a:lnTo>
                  <a:pt x="5563001" y="219183"/>
                </a:lnTo>
                <a:lnTo>
                  <a:pt x="5529918" y="216409"/>
                </a:lnTo>
                <a:lnTo>
                  <a:pt x="5498489" y="213799"/>
                </a:lnTo>
                <a:lnTo>
                  <a:pt x="5468558" y="211338"/>
                </a:lnTo>
                <a:lnTo>
                  <a:pt x="5439988" y="209010"/>
                </a:lnTo>
                <a:lnTo>
                  <a:pt x="5412661" y="206804"/>
                </a:lnTo>
                <a:lnTo>
                  <a:pt x="5386472" y="204709"/>
                </a:lnTo>
                <a:lnTo>
                  <a:pt x="5361332" y="202715"/>
                </a:lnTo>
                <a:lnTo>
                  <a:pt x="5337158" y="200814"/>
                </a:lnTo>
                <a:lnTo>
                  <a:pt x="5313880" y="198998"/>
                </a:lnTo>
                <a:lnTo>
                  <a:pt x="5291434" y="197261"/>
                </a:lnTo>
                <a:lnTo>
                  <a:pt x="5269761" y="195598"/>
                </a:lnTo>
                <a:lnTo>
                  <a:pt x="5248812" y="194002"/>
                </a:lnTo>
                <a:lnTo>
                  <a:pt x="5228538" y="192469"/>
                </a:lnTo>
                <a:lnTo>
                  <a:pt x="5208898" y="190995"/>
                </a:lnTo>
                <a:lnTo>
                  <a:pt x="5189853" y="189576"/>
                </a:lnTo>
                <a:lnTo>
                  <a:pt x="5171368" y="188208"/>
                </a:lnTo>
                <a:lnTo>
                  <a:pt x="5153412" y="186888"/>
                </a:lnTo>
                <a:lnTo>
                  <a:pt x="5135954" y="185613"/>
                </a:lnTo>
                <a:lnTo>
                  <a:pt x="5118968" y="184381"/>
                </a:lnTo>
                <a:lnTo>
                  <a:pt x="5102430" y="183189"/>
                </a:lnTo>
                <a:lnTo>
                  <a:pt x="5086315" y="182035"/>
                </a:lnTo>
                <a:lnTo>
                  <a:pt x="5070603" y="180916"/>
                </a:lnTo>
                <a:lnTo>
                  <a:pt x="5055275" y="179832"/>
                </a:lnTo>
                <a:lnTo>
                  <a:pt x="5040312" y="178779"/>
                </a:lnTo>
                <a:lnTo>
                  <a:pt x="5025696" y="177756"/>
                </a:lnTo>
                <a:lnTo>
                  <a:pt x="5011413" y="176762"/>
                </a:lnTo>
                <a:lnTo>
                  <a:pt x="4997447" y="175796"/>
                </a:lnTo>
                <a:lnTo>
                  <a:pt x="4983785" y="174856"/>
                </a:lnTo>
                <a:lnTo>
                  <a:pt x="4970414" y="173940"/>
                </a:lnTo>
                <a:lnTo>
                  <a:pt x="4957321" y="173048"/>
                </a:lnTo>
                <a:lnTo>
                  <a:pt x="4944495" y="172179"/>
                </a:lnTo>
                <a:lnTo>
                  <a:pt x="4931926" y="171331"/>
                </a:lnTo>
                <a:lnTo>
                  <a:pt x="4919604" y="170504"/>
                </a:lnTo>
                <a:lnTo>
                  <a:pt x="4907518" y="169696"/>
                </a:lnTo>
                <a:lnTo>
                  <a:pt x="4895660" y="168907"/>
                </a:lnTo>
                <a:lnTo>
                  <a:pt x="4884022" y="168136"/>
                </a:lnTo>
                <a:lnTo>
                  <a:pt x="4872596" y="167383"/>
                </a:lnTo>
                <a:lnTo>
                  <a:pt x="4861374" y="166646"/>
                </a:lnTo>
                <a:lnTo>
                  <a:pt x="4850348" y="165925"/>
                </a:lnTo>
                <a:lnTo>
                  <a:pt x="4839513" y="165220"/>
                </a:lnTo>
                <a:lnTo>
                  <a:pt x="4828861" y="164529"/>
                </a:lnTo>
                <a:lnTo>
                  <a:pt x="4818387" y="163852"/>
                </a:lnTo>
                <a:lnTo>
                  <a:pt x="4808085" y="163189"/>
                </a:lnTo>
                <a:lnTo>
                  <a:pt x="4797948" y="162539"/>
                </a:lnTo>
                <a:lnTo>
                  <a:pt x="4787973" y="161902"/>
                </a:lnTo>
                <a:lnTo>
                  <a:pt x="4778154" y="161277"/>
                </a:lnTo>
                <a:lnTo>
                  <a:pt x="4768485" y="160663"/>
                </a:lnTo>
                <a:lnTo>
                  <a:pt x="4758963" y="160061"/>
                </a:lnTo>
                <a:lnTo>
                  <a:pt x="4749583" y="159470"/>
                </a:lnTo>
                <a:lnTo>
                  <a:pt x="4740342" y="158890"/>
                </a:lnTo>
                <a:lnTo>
                  <a:pt x="4731234" y="158320"/>
                </a:lnTo>
                <a:lnTo>
                  <a:pt x="4722256" y="157759"/>
                </a:lnTo>
                <a:lnTo>
                  <a:pt x="4713405" y="157209"/>
                </a:lnTo>
                <a:lnTo>
                  <a:pt x="4704676" y="156667"/>
                </a:lnTo>
                <a:lnTo>
                  <a:pt x="4696067" y="156135"/>
                </a:lnTo>
                <a:lnTo>
                  <a:pt x="4687575" y="155611"/>
                </a:lnTo>
                <a:lnTo>
                  <a:pt x="4679196" y="155095"/>
                </a:lnTo>
                <a:lnTo>
                  <a:pt x="4670927" y="154588"/>
                </a:lnTo>
                <a:lnTo>
                  <a:pt x="4662765" y="154089"/>
                </a:lnTo>
                <a:lnTo>
                  <a:pt x="4654708" y="153597"/>
                </a:lnTo>
                <a:lnTo>
                  <a:pt x="4646753" y="153113"/>
                </a:lnTo>
                <a:lnTo>
                  <a:pt x="4638898" y="152636"/>
                </a:lnTo>
                <a:lnTo>
                  <a:pt x="4631139" y="152166"/>
                </a:lnTo>
                <a:lnTo>
                  <a:pt x="4623475" y="151703"/>
                </a:lnTo>
                <a:lnTo>
                  <a:pt x="4615904" y="151246"/>
                </a:lnTo>
                <a:lnTo>
                  <a:pt x="4608422" y="150796"/>
                </a:lnTo>
                <a:lnTo>
                  <a:pt x="4601029" y="150352"/>
                </a:lnTo>
                <a:lnTo>
                  <a:pt x="4593721" y="149915"/>
                </a:lnTo>
                <a:lnTo>
                  <a:pt x="4586498" y="149483"/>
                </a:lnTo>
                <a:lnTo>
                  <a:pt x="4579357" y="149057"/>
                </a:lnTo>
                <a:lnTo>
                  <a:pt x="4572295" y="148636"/>
                </a:lnTo>
                <a:lnTo>
                  <a:pt x="4565313" y="148221"/>
                </a:lnTo>
                <a:lnTo>
                  <a:pt x="4558407" y="147812"/>
                </a:lnTo>
                <a:lnTo>
                  <a:pt x="4551576" y="147407"/>
                </a:lnTo>
                <a:lnTo>
                  <a:pt x="4544819" y="147008"/>
                </a:lnTo>
                <a:lnTo>
                  <a:pt x="4538133" y="146614"/>
                </a:lnTo>
                <a:lnTo>
                  <a:pt x="4531518" y="146224"/>
                </a:lnTo>
                <a:lnTo>
                  <a:pt x="4524972" y="145839"/>
                </a:lnTo>
                <a:lnTo>
                  <a:pt x="4518493" y="145459"/>
                </a:lnTo>
                <a:lnTo>
                  <a:pt x="4512080" y="145083"/>
                </a:lnTo>
                <a:lnTo>
                  <a:pt x="4505732" y="144711"/>
                </a:lnTo>
                <a:lnTo>
                  <a:pt x="4499448" y="144344"/>
                </a:lnTo>
                <a:lnTo>
                  <a:pt x="4493226" y="143981"/>
                </a:lnTo>
                <a:lnTo>
                  <a:pt x="4487065" y="143622"/>
                </a:lnTo>
                <a:lnTo>
                  <a:pt x="4480963" y="143267"/>
                </a:lnTo>
                <a:lnTo>
                  <a:pt x="4474921" y="142915"/>
                </a:lnTo>
                <a:lnTo>
                  <a:pt x="4468936" y="142568"/>
                </a:lnTo>
                <a:lnTo>
                  <a:pt x="4463007" y="142224"/>
                </a:lnTo>
                <a:lnTo>
                  <a:pt x="4457134" y="141884"/>
                </a:lnTo>
                <a:lnTo>
                  <a:pt x="4451315" y="141547"/>
                </a:lnTo>
                <a:lnTo>
                  <a:pt x="4445549" y="141214"/>
                </a:lnTo>
                <a:lnTo>
                  <a:pt x="4439836" y="140885"/>
                </a:lnTo>
                <a:lnTo>
                  <a:pt x="4434175" y="140558"/>
                </a:lnTo>
                <a:lnTo>
                  <a:pt x="4428564" y="140235"/>
                </a:lnTo>
                <a:lnTo>
                  <a:pt x="4423002" y="139915"/>
                </a:lnTo>
                <a:lnTo>
                  <a:pt x="4417490" y="139598"/>
                </a:lnTo>
                <a:lnTo>
                  <a:pt x="4412025" y="139284"/>
                </a:lnTo>
                <a:lnTo>
                  <a:pt x="4406607" y="138973"/>
                </a:lnTo>
                <a:lnTo>
                  <a:pt x="4401236" y="138665"/>
                </a:lnTo>
                <a:lnTo>
                  <a:pt x="4395910" y="138360"/>
                </a:lnTo>
                <a:lnTo>
                  <a:pt x="4390629" y="138058"/>
                </a:lnTo>
                <a:lnTo>
                  <a:pt x="4385392" y="137759"/>
                </a:lnTo>
                <a:lnTo>
                  <a:pt x="4380199" y="137462"/>
                </a:lnTo>
                <a:lnTo>
                  <a:pt x="4375048" y="137167"/>
                </a:lnTo>
                <a:lnTo>
                  <a:pt x="4369938" y="136876"/>
                </a:lnTo>
                <a:lnTo>
                  <a:pt x="4364870" y="136587"/>
                </a:lnTo>
                <a:lnTo>
                  <a:pt x="4359843" y="136300"/>
                </a:lnTo>
                <a:lnTo>
                  <a:pt x="4354855" y="136016"/>
                </a:lnTo>
                <a:lnTo>
                  <a:pt x="4349907" y="135734"/>
                </a:lnTo>
                <a:lnTo>
                  <a:pt x="4344997" y="135455"/>
                </a:lnTo>
                <a:lnTo>
                  <a:pt x="4340126" y="135178"/>
                </a:lnTo>
                <a:lnTo>
                  <a:pt x="4335291" y="134903"/>
                </a:lnTo>
                <a:lnTo>
                  <a:pt x="4330494" y="134630"/>
                </a:lnTo>
                <a:lnTo>
                  <a:pt x="4325733" y="134360"/>
                </a:lnTo>
                <a:lnTo>
                  <a:pt x="4321008" y="134092"/>
                </a:lnTo>
                <a:lnTo>
                  <a:pt x="4316318" y="133826"/>
                </a:lnTo>
                <a:lnTo>
                  <a:pt x="4311663" y="133562"/>
                </a:lnTo>
                <a:lnTo>
                  <a:pt x="4307042" y="133300"/>
                </a:lnTo>
                <a:lnTo>
                  <a:pt x="4302455" y="133039"/>
                </a:lnTo>
                <a:lnTo>
                  <a:pt x="4297901" y="132781"/>
                </a:lnTo>
                <a:lnTo>
                  <a:pt x="4293380" y="132525"/>
                </a:lnTo>
                <a:lnTo>
                  <a:pt x="4288892" y="132271"/>
                </a:lnTo>
                <a:lnTo>
                  <a:pt x="4284435" y="132019"/>
                </a:lnTo>
                <a:lnTo>
                  <a:pt x="4280009" y="131768"/>
                </a:lnTo>
                <a:lnTo>
                  <a:pt x="4275614" y="131519"/>
                </a:lnTo>
                <a:lnTo>
                  <a:pt x="4271250" y="131272"/>
                </a:lnTo>
                <a:lnTo>
                  <a:pt x="4266916" y="131027"/>
                </a:lnTo>
                <a:lnTo>
                  <a:pt x="4262612" y="130784"/>
                </a:lnTo>
                <a:lnTo>
                  <a:pt x="4258337" y="130542"/>
                </a:lnTo>
                <a:lnTo>
                  <a:pt x="4254090" y="130301"/>
                </a:lnTo>
                <a:lnTo>
                  <a:pt x="4249873" y="130063"/>
                </a:lnTo>
                <a:lnTo>
                  <a:pt x="4245683" y="129826"/>
                </a:lnTo>
                <a:lnTo>
                  <a:pt x="4241521" y="129591"/>
                </a:lnTo>
                <a:lnTo>
                  <a:pt x="4237387" y="129357"/>
                </a:lnTo>
                <a:lnTo>
                  <a:pt x="4233280" y="129124"/>
                </a:lnTo>
                <a:lnTo>
                  <a:pt x="4229199" y="128894"/>
                </a:lnTo>
                <a:lnTo>
                  <a:pt x="4225144" y="128664"/>
                </a:lnTo>
                <a:lnTo>
                  <a:pt x="4221116" y="128437"/>
                </a:lnTo>
                <a:lnTo>
                  <a:pt x="4217113" y="128210"/>
                </a:lnTo>
                <a:lnTo>
                  <a:pt x="4213136" y="127985"/>
                </a:lnTo>
                <a:lnTo>
                  <a:pt x="4209183" y="127762"/>
                </a:lnTo>
                <a:lnTo>
                  <a:pt x="4205256" y="127539"/>
                </a:lnTo>
                <a:lnTo>
                  <a:pt x="4201352" y="127319"/>
                </a:lnTo>
                <a:lnTo>
                  <a:pt x="4197473" y="127099"/>
                </a:lnTo>
                <a:lnTo>
                  <a:pt x="4193618" y="126881"/>
                </a:lnTo>
                <a:lnTo>
                  <a:pt x="4189786" y="126664"/>
                </a:lnTo>
                <a:lnTo>
                  <a:pt x="4185977" y="126448"/>
                </a:lnTo>
                <a:lnTo>
                  <a:pt x="4182191" y="126234"/>
                </a:lnTo>
                <a:lnTo>
                  <a:pt x="4178428" y="126021"/>
                </a:lnTo>
                <a:lnTo>
                  <a:pt x="4174687" y="125809"/>
                </a:lnTo>
                <a:lnTo>
                  <a:pt x="4170969" y="125598"/>
                </a:lnTo>
                <a:lnTo>
                  <a:pt x="4167272" y="125389"/>
                </a:lnTo>
                <a:lnTo>
                  <a:pt x="4163597" y="125180"/>
                </a:lnTo>
                <a:lnTo>
                  <a:pt x="4159943" y="124973"/>
                </a:lnTo>
                <a:lnTo>
                  <a:pt x="4156311" y="124767"/>
                </a:lnTo>
                <a:lnTo>
                  <a:pt x="4152699" y="124562"/>
                </a:lnTo>
                <a:lnTo>
                  <a:pt x="4149108" y="124358"/>
                </a:lnTo>
                <a:lnTo>
                  <a:pt x="4145537" y="124156"/>
                </a:lnTo>
                <a:lnTo>
                  <a:pt x="4141987" y="123954"/>
                </a:lnTo>
                <a:lnTo>
                  <a:pt x="4138456" y="123754"/>
                </a:lnTo>
                <a:lnTo>
                  <a:pt x="4134946" y="123554"/>
                </a:lnTo>
                <a:lnTo>
                  <a:pt x="4131454" y="123356"/>
                </a:lnTo>
                <a:lnTo>
                  <a:pt x="4127982" y="123158"/>
                </a:lnTo>
                <a:lnTo>
                  <a:pt x="4124529" y="122962"/>
                </a:lnTo>
                <a:lnTo>
                  <a:pt x="4121095" y="122766"/>
                </a:lnTo>
                <a:lnTo>
                  <a:pt x="4117680" y="122572"/>
                </a:lnTo>
                <a:lnTo>
                  <a:pt x="4114283" y="122378"/>
                </a:lnTo>
                <a:lnTo>
                  <a:pt x="4110904" y="122186"/>
                </a:lnTo>
                <a:lnTo>
                  <a:pt x="4107544" y="121994"/>
                </a:lnTo>
                <a:lnTo>
                  <a:pt x="4104201" y="121804"/>
                </a:lnTo>
                <a:lnTo>
                  <a:pt x="4100876" y="121614"/>
                </a:lnTo>
                <a:lnTo>
                  <a:pt x="4097568" y="121425"/>
                </a:lnTo>
                <a:lnTo>
                  <a:pt x="4094278" y="121237"/>
                </a:lnTo>
                <a:lnTo>
                  <a:pt x="4091005" y="121050"/>
                </a:lnTo>
                <a:lnTo>
                  <a:pt x="4087749" y="120864"/>
                </a:lnTo>
                <a:lnTo>
                  <a:pt x="4084509" y="120679"/>
                </a:lnTo>
                <a:lnTo>
                  <a:pt x="4081287" y="120494"/>
                </a:lnTo>
                <a:lnTo>
                  <a:pt x="4078080" y="120311"/>
                </a:lnTo>
                <a:lnTo>
                  <a:pt x="4074890" y="120128"/>
                </a:lnTo>
                <a:lnTo>
                  <a:pt x="4071716" y="119946"/>
                </a:lnTo>
                <a:lnTo>
                  <a:pt x="4068558" y="119765"/>
                </a:lnTo>
                <a:lnTo>
                  <a:pt x="4065416" y="119584"/>
                </a:lnTo>
                <a:lnTo>
                  <a:pt x="4062290" y="119405"/>
                </a:lnTo>
                <a:lnTo>
                  <a:pt x="4059179" y="119226"/>
                </a:lnTo>
                <a:lnTo>
                  <a:pt x="4056083" y="119048"/>
                </a:lnTo>
                <a:lnTo>
                  <a:pt x="4053002" y="118871"/>
                </a:lnTo>
                <a:lnTo>
                  <a:pt x="4049937" y="118695"/>
                </a:lnTo>
                <a:lnTo>
                  <a:pt x="4046886" y="118519"/>
                </a:lnTo>
                <a:lnTo>
                  <a:pt x="4043850" y="118344"/>
                </a:lnTo>
                <a:lnTo>
                  <a:pt x="4040829" y="118170"/>
                </a:lnTo>
                <a:lnTo>
                  <a:pt x="4037822" y="117997"/>
                </a:lnTo>
                <a:lnTo>
                  <a:pt x="4034830" y="117824"/>
                </a:lnTo>
                <a:lnTo>
                  <a:pt x="4031851" y="117652"/>
                </a:lnTo>
                <a:lnTo>
                  <a:pt x="4028887" y="117481"/>
                </a:lnTo>
                <a:lnTo>
                  <a:pt x="4025936" y="117310"/>
                </a:lnTo>
                <a:lnTo>
                  <a:pt x="4023000" y="117140"/>
                </a:lnTo>
                <a:lnTo>
                  <a:pt x="4020077" y="116971"/>
                </a:lnTo>
                <a:lnTo>
                  <a:pt x="4017168" y="116802"/>
                </a:lnTo>
                <a:lnTo>
                  <a:pt x="4014272" y="116634"/>
                </a:lnTo>
                <a:lnTo>
                  <a:pt x="4011389" y="116467"/>
                </a:lnTo>
                <a:lnTo>
                  <a:pt x="4008519" y="116300"/>
                </a:lnTo>
                <a:lnTo>
                  <a:pt x="4005663" y="116134"/>
                </a:lnTo>
                <a:lnTo>
                  <a:pt x="4002819" y="115969"/>
                </a:lnTo>
                <a:lnTo>
                  <a:pt x="3999988" y="115804"/>
                </a:lnTo>
                <a:lnTo>
                  <a:pt x="3997170" y="115640"/>
                </a:lnTo>
                <a:lnTo>
                  <a:pt x="3994365" y="115477"/>
                </a:lnTo>
                <a:lnTo>
                  <a:pt x="3991572" y="115314"/>
                </a:lnTo>
                <a:lnTo>
                  <a:pt x="3988791" y="115152"/>
                </a:lnTo>
                <a:lnTo>
                  <a:pt x="3986023" y="114990"/>
                </a:lnTo>
                <a:lnTo>
                  <a:pt x="3983266" y="114829"/>
                </a:lnTo>
                <a:lnTo>
                  <a:pt x="3980522" y="114669"/>
                </a:lnTo>
                <a:lnTo>
                  <a:pt x="3977790" y="114509"/>
                </a:lnTo>
                <a:lnTo>
                  <a:pt x="3975069" y="114349"/>
                </a:lnTo>
                <a:lnTo>
                  <a:pt x="3972360" y="114191"/>
                </a:lnTo>
                <a:lnTo>
                  <a:pt x="3969663" y="114032"/>
                </a:lnTo>
                <a:lnTo>
                  <a:pt x="3966978" y="113875"/>
                </a:lnTo>
                <a:lnTo>
                  <a:pt x="3964303" y="113718"/>
                </a:lnTo>
                <a:lnTo>
                  <a:pt x="3961641" y="113561"/>
                </a:lnTo>
                <a:lnTo>
                  <a:pt x="3958989" y="113405"/>
                </a:lnTo>
                <a:lnTo>
                  <a:pt x="3956348" y="113250"/>
                </a:lnTo>
                <a:lnTo>
                  <a:pt x="3953719" y="113095"/>
                </a:lnTo>
                <a:lnTo>
                  <a:pt x="3951101" y="112940"/>
                </a:lnTo>
                <a:lnTo>
                  <a:pt x="3948493" y="112787"/>
                </a:lnTo>
                <a:lnTo>
                  <a:pt x="3945896" y="112633"/>
                </a:lnTo>
                <a:lnTo>
                  <a:pt x="3943310" y="112480"/>
                </a:lnTo>
                <a:lnTo>
                  <a:pt x="3940734" y="112328"/>
                </a:lnTo>
                <a:lnTo>
                  <a:pt x="3938169" y="112176"/>
                </a:lnTo>
                <a:lnTo>
                  <a:pt x="3935615" y="112025"/>
                </a:lnTo>
                <a:lnTo>
                  <a:pt x="3933071" y="111874"/>
                </a:lnTo>
                <a:lnTo>
                  <a:pt x="3930537" y="111724"/>
                </a:lnTo>
                <a:lnTo>
                  <a:pt x="3928013" y="111574"/>
                </a:lnTo>
                <a:lnTo>
                  <a:pt x="3925499" y="111424"/>
                </a:lnTo>
                <a:lnTo>
                  <a:pt x="3922995" y="111275"/>
                </a:lnTo>
                <a:lnTo>
                  <a:pt x="3920501" y="111127"/>
                </a:lnTo>
                <a:lnTo>
                  <a:pt x="3918018" y="110979"/>
                </a:lnTo>
                <a:lnTo>
                  <a:pt x="3915543" y="110831"/>
                </a:lnTo>
                <a:lnTo>
                  <a:pt x="3913079" y="110684"/>
                </a:lnTo>
                <a:lnTo>
                  <a:pt x="3910624" y="110538"/>
                </a:lnTo>
                <a:lnTo>
                  <a:pt x="3908179" y="110391"/>
                </a:lnTo>
                <a:lnTo>
                  <a:pt x="3905743" y="110246"/>
                </a:lnTo>
                <a:lnTo>
                  <a:pt x="3903317" y="110100"/>
                </a:lnTo>
                <a:lnTo>
                  <a:pt x="3900900" y="109955"/>
                </a:lnTo>
                <a:lnTo>
                  <a:pt x="3898492" y="109811"/>
                </a:lnTo>
                <a:lnTo>
                  <a:pt x="3896093" y="109667"/>
                </a:lnTo>
                <a:lnTo>
                  <a:pt x="3893704" y="109523"/>
                </a:lnTo>
                <a:lnTo>
                  <a:pt x="3891323" y="109380"/>
                </a:lnTo>
                <a:lnTo>
                  <a:pt x="3888952" y="109237"/>
                </a:lnTo>
                <a:lnTo>
                  <a:pt x="3886589" y="109095"/>
                </a:lnTo>
                <a:lnTo>
                  <a:pt x="3884236" y="108953"/>
                </a:lnTo>
                <a:lnTo>
                  <a:pt x="3881891" y="108812"/>
                </a:lnTo>
                <a:lnTo>
                  <a:pt x="3879555" y="108671"/>
                </a:lnTo>
                <a:lnTo>
                  <a:pt x="3877227" y="108530"/>
                </a:lnTo>
                <a:lnTo>
                  <a:pt x="3874908" y="108389"/>
                </a:lnTo>
                <a:lnTo>
                  <a:pt x="3872598" y="108250"/>
                </a:lnTo>
                <a:lnTo>
                  <a:pt x="3870296" y="108110"/>
                </a:lnTo>
                <a:lnTo>
                  <a:pt x="3868002" y="107971"/>
                </a:lnTo>
                <a:lnTo>
                  <a:pt x="3865717" y="107832"/>
                </a:lnTo>
                <a:lnTo>
                  <a:pt x="3863440" y="107694"/>
                </a:lnTo>
                <a:lnTo>
                  <a:pt x="3861171" y="107556"/>
                </a:lnTo>
                <a:lnTo>
                  <a:pt x="3858911" y="107418"/>
                </a:lnTo>
                <a:lnTo>
                  <a:pt x="3856658" y="107281"/>
                </a:lnTo>
                <a:lnTo>
                  <a:pt x="3854414" y="107144"/>
                </a:lnTo>
                <a:lnTo>
                  <a:pt x="3852177" y="107007"/>
                </a:lnTo>
                <a:lnTo>
                  <a:pt x="3849949" y="106871"/>
                </a:lnTo>
                <a:lnTo>
                  <a:pt x="3847728" y="106735"/>
                </a:lnTo>
                <a:lnTo>
                  <a:pt x="3845515" y="106600"/>
                </a:lnTo>
                <a:lnTo>
                  <a:pt x="3843310" y="106465"/>
                </a:lnTo>
                <a:lnTo>
                  <a:pt x="3841113" y="106330"/>
                </a:lnTo>
                <a:lnTo>
                  <a:pt x="3838923" y="106195"/>
                </a:lnTo>
                <a:lnTo>
                  <a:pt x="3836741" y="106061"/>
                </a:lnTo>
                <a:lnTo>
                  <a:pt x="3834567" y="105928"/>
                </a:lnTo>
                <a:lnTo>
                  <a:pt x="3832400" y="105794"/>
                </a:lnTo>
                <a:lnTo>
                  <a:pt x="3830240" y="105661"/>
                </a:lnTo>
                <a:lnTo>
                  <a:pt x="3828088" y="105529"/>
                </a:lnTo>
                <a:lnTo>
                  <a:pt x="3825943" y="105396"/>
                </a:lnTo>
                <a:lnTo>
                  <a:pt x="3823806" y="105264"/>
                </a:lnTo>
                <a:lnTo>
                  <a:pt x="3821675" y="105132"/>
                </a:lnTo>
                <a:lnTo>
                  <a:pt x="3819552" y="105001"/>
                </a:lnTo>
                <a:lnTo>
                  <a:pt x="3817436" y="104870"/>
                </a:lnTo>
                <a:lnTo>
                  <a:pt x="3815328" y="104739"/>
                </a:lnTo>
                <a:lnTo>
                  <a:pt x="3813226" y="104609"/>
                </a:lnTo>
                <a:lnTo>
                  <a:pt x="3811131" y="104478"/>
                </a:lnTo>
                <a:lnTo>
                  <a:pt x="3809043" y="104349"/>
                </a:lnTo>
                <a:lnTo>
                  <a:pt x="3806962" y="104219"/>
                </a:lnTo>
                <a:lnTo>
                  <a:pt x="3804888" y="104090"/>
                </a:lnTo>
                <a:lnTo>
                  <a:pt x="3802821" y="103961"/>
                </a:lnTo>
                <a:lnTo>
                  <a:pt x="3800761" y="103832"/>
                </a:lnTo>
                <a:lnTo>
                  <a:pt x="3798707" y="103704"/>
                </a:lnTo>
                <a:lnTo>
                  <a:pt x="3796660" y="103576"/>
                </a:lnTo>
                <a:lnTo>
                  <a:pt x="3794620" y="103448"/>
                </a:lnTo>
                <a:lnTo>
                  <a:pt x="3792586" y="103321"/>
                </a:lnTo>
                <a:lnTo>
                  <a:pt x="3790559" y="103194"/>
                </a:lnTo>
                <a:lnTo>
                  <a:pt x="3788538" y="103067"/>
                </a:lnTo>
                <a:lnTo>
                  <a:pt x="3786524" y="102940"/>
                </a:lnTo>
                <a:lnTo>
                  <a:pt x="3784516" y="102814"/>
                </a:lnTo>
                <a:lnTo>
                  <a:pt x="3782515" y="102688"/>
                </a:lnTo>
                <a:lnTo>
                  <a:pt x="3780519" y="102562"/>
                </a:lnTo>
                <a:lnTo>
                  <a:pt x="3778531" y="102437"/>
                </a:lnTo>
                <a:lnTo>
                  <a:pt x="3776548" y="102312"/>
                </a:lnTo>
                <a:lnTo>
                  <a:pt x="3774572" y="102187"/>
                </a:lnTo>
                <a:lnTo>
                  <a:pt x="3772602" y="102062"/>
                </a:lnTo>
                <a:lnTo>
                  <a:pt x="3770638" y="101938"/>
                </a:lnTo>
                <a:lnTo>
                  <a:pt x="3768681" y="101814"/>
                </a:lnTo>
                <a:lnTo>
                  <a:pt x="3766729" y="101690"/>
                </a:lnTo>
                <a:lnTo>
                  <a:pt x="3764783" y="101567"/>
                </a:lnTo>
                <a:lnTo>
                  <a:pt x="3762844" y="101443"/>
                </a:lnTo>
                <a:lnTo>
                  <a:pt x="3760910" y="101320"/>
                </a:lnTo>
                <a:lnTo>
                  <a:pt x="3758982" y="101198"/>
                </a:lnTo>
                <a:lnTo>
                  <a:pt x="3757060" y="101075"/>
                </a:lnTo>
                <a:lnTo>
                  <a:pt x="3755144" y="100953"/>
                </a:lnTo>
                <a:lnTo>
                  <a:pt x="3753234" y="100831"/>
                </a:lnTo>
                <a:lnTo>
                  <a:pt x="3751330" y="100709"/>
                </a:lnTo>
                <a:lnTo>
                  <a:pt x="3749431" y="100588"/>
                </a:lnTo>
                <a:lnTo>
                  <a:pt x="3747539" y="100467"/>
                </a:lnTo>
                <a:lnTo>
                  <a:pt x="3745651" y="100346"/>
                </a:lnTo>
                <a:lnTo>
                  <a:pt x="3743770" y="100225"/>
                </a:lnTo>
                <a:lnTo>
                  <a:pt x="3741894" y="100104"/>
                </a:lnTo>
                <a:lnTo>
                  <a:pt x="3740024" y="99984"/>
                </a:lnTo>
                <a:lnTo>
                  <a:pt x="3738159" y="99864"/>
                </a:lnTo>
                <a:lnTo>
                  <a:pt x="3736300" y="99745"/>
                </a:lnTo>
                <a:lnTo>
                  <a:pt x="3734446" y="99625"/>
                </a:lnTo>
                <a:lnTo>
                  <a:pt x="3732597" y="99506"/>
                </a:lnTo>
                <a:lnTo>
                  <a:pt x="3730754" y="99387"/>
                </a:lnTo>
                <a:lnTo>
                  <a:pt x="3728917" y="99268"/>
                </a:lnTo>
                <a:lnTo>
                  <a:pt x="3727085" y="99149"/>
                </a:lnTo>
                <a:lnTo>
                  <a:pt x="3725258" y="99031"/>
                </a:lnTo>
                <a:lnTo>
                  <a:pt x="3723436" y="98913"/>
                </a:lnTo>
                <a:lnTo>
                  <a:pt x="3721620" y="98795"/>
                </a:lnTo>
                <a:lnTo>
                  <a:pt x="3719809" y="98677"/>
                </a:lnTo>
                <a:lnTo>
                  <a:pt x="3718003" y="98560"/>
                </a:lnTo>
                <a:lnTo>
                  <a:pt x="3716203" y="98443"/>
                </a:lnTo>
                <a:lnTo>
                  <a:pt x="3714407" y="98326"/>
                </a:lnTo>
                <a:lnTo>
                  <a:pt x="3712617" y="98209"/>
                </a:lnTo>
                <a:lnTo>
                  <a:pt x="3710831" y="98092"/>
                </a:lnTo>
                <a:lnTo>
                  <a:pt x="3709051" y="97976"/>
                </a:lnTo>
                <a:lnTo>
                  <a:pt x="3707276" y="97860"/>
                </a:lnTo>
                <a:lnTo>
                  <a:pt x="3705506" y="97744"/>
                </a:lnTo>
                <a:lnTo>
                  <a:pt x="3703740" y="97628"/>
                </a:lnTo>
                <a:lnTo>
                  <a:pt x="3701980" y="97513"/>
                </a:lnTo>
                <a:lnTo>
                  <a:pt x="3700225" y="97398"/>
                </a:lnTo>
                <a:lnTo>
                  <a:pt x="3698474" y="97283"/>
                </a:lnTo>
                <a:lnTo>
                  <a:pt x="3696728" y="97168"/>
                </a:lnTo>
                <a:lnTo>
                  <a:pt x="3694988" y="97053"/>
                </a:lnTo>
                <a:lnTo>
                  <a:pt x="3693252" y="96939"/>
                </a:lnTo>
                <a:lnTo>
                  <a:pt x="3691520" y="96824"/>
                </a:lnTo>
                <a:lnTo>
                  <a:pt x="3689794" y="96710"/>
                </a:lnTo>
                <a:lnTo>
                  <a:pt x="3688072" y="96597"/>
                </a:lnTo>
                <a:lnTo>
                  <a:pt x="3686355" y="96483"/>
                </a:lnTo>
                <a:lnTo>
                  <a:pt x="3684643" y="96370"/>
                </a:lnTo>
                <a:lnTo>
                  <a:pt x="3682935" y="96256"/>
                </a:lnTo>
                <a:lnTo>
                  <a:pt x="3681232" y="96143"/>
                </a:lnTo>
                <a:lnTo>
                  <a:pt x="3679534" y="96031"/>
                </a:lnTo>
                <a:lnTo>
                  <a:pt x="3677840" y="95918"/>
                </a:lnTo>
                <a:lnTo>
                  <a:pt x="3676150" y="95805"/>
                </a:lnTo>
                <a:lnTo>
                  <a:pt x="3674465" y="95693"/>
                </a:lnTo>
                <a:lnTo>
                  <a:pt x="3672785" y="95581"/>
                </a:lnTo>
                <a:lnTo>
                  <a:pt x="3671109" y="95469"/>
                </a:lnTo>
                <a:lnTo>
                  <a:pt x="3669438" y="95358"/>
                </a:lnTo>
                <a:lnTo>
                  <a:pt x="3667771" y="95246"/>
                </a:lnTo>
                <a:lnTo>
                  <a:pt x="3666109" y="95135"/>
                </a:lnTo>
                <a:lnTo>
                  <a:pt x="3664450" y="95024"/>
                </a:lnTo>
                <a:lnTo>
                  <a:pt x="3662797" y="94913"/>
                </a:lnTo>
                <a:lnTo>
                  <a:pt x="3661147" y="94802"/>
                </a:lnTo>
                <a:lnTo>
                  <a:pt x="3659502" y="94692"/>
                </a:lnTo>
                <a:lnTo>
                  <a:pt x="3657861" y="94581"/>
                </a:lnTo>
                <a:lnTo>
                  <a:pt x="3656225" y="94471"/>
                </a:lnTo>
                <a:lnTo>
                  <a:pt x="3654592" y="94361"/>
                </a:lnTo>
                <a:lnTo>
                  <a:pt x="3652964" y="94251"/>
                </a:lnTo>
                <a:lnTo>
                  <a:pt x="3651340" y="94142"/>
                </a:lnTo>
                <a:lnTo>
                  <a:pt x="3649721" y="94032"/>
                </a:lnTo>
                <a:lnTo>
                  <a:pt x="3648105" y="93923"/>
                </a:lnTo>
                <a:lnTo>
                  <a:pt x="3646494" y="93814"/>
                </a:lnTo>
                <a:lnTo>
                  <a:pt x="3644887" y="93705"/>
                </a:lnTo>
                <a:lnTo>
                  <a:pt x="3643284" y="93596"/>
                </a:lnTo>
                <a:lnTo>
                  <a:pt x="3641684" y="93487"/>
                </a:lnTo>
                <a:lnTo>
                  <a:pt x="3640089" y="93379"/>
                </a:lnTo>
                <a:lnTo>
                  <a:pt x="3638498" y="93271"/>
                </a:lnTo>
                <a:lnTo>
                  <a:pt x="3636912" y="93163"/>
                </a:lnTo>
                <a:lnTo>
                  <a:pt x="3635329" y="93055"/>
                </a:lnTo>
                <a:lnTo>
                  <a:pt x="3633750" y="92947"/>
                </a:lnTo>
                <a:lnTo>
                  <a:pt x="3632175" y="92839"/>
                </a:lnTo>
                <a:lnTo>
                  <a:pt x="3630603" y="92732"/>
                </a:lnTo>
                <a:lnTo>
                  <a:pt x="3629036" y="92625"/>
                </a:lnTo>
                <a:lnTo>
                  <a:pt x="3627473" y="92518"/>
                </a:lnTo>
                <a:lnTo>
                  <a:pt x="3625914" y="92411"/>
                </a:lnTo>
                <a:lnTo>
                  <a:pt x="3624358" y="92304"/>
                </a:lnTo>
                <a:lnTo>
                  <a:pt x="3622806" y="92197"/>
                </a:lnTo>
                <a:lnTo>
                  <a:pt x="3621259" y="92091"/>
                </a:lnTo>
                <a:lnTo>
                  <a:pt x="3619715" y="91985"/>
                </a:lnTo>
                <a:lnTo>
                  <a:pt x="3618174" y="91879"/>
                </a:lnTo>
                <a:lnTo>
                  <a:pt x="3616638" y="91773"/>
                </a:lnTo>
                <a:lnTo>
                  <a:pt x="3615105" y="91667"/>
                </a:lnTo>
                <a:lnTo>
                  <a:pt x="3613576" y="91561"/>
                </a:lnTo>
                <a:lnTo>
                  <a:pt x="3612051" y="91456"/>
                </a:lnTo>
                <a:lnTo>
                  <a:pt x="3610529" y="91350"/>
                </a:lnTo>
                <a:lnTo>
                  <a:pt x="3609011" y="91245"/>
                </a:lnTo>
                <a:lnTo>
                  <a:pt x="3607497" y="91140"/>
                </a:lnTo>
                <a:lnTo>
                  <a:pt x="3605986" y="91035"/>
                </a:lnTo>
                <a:lnTo>
                  <a:pt x="3604479" y="90931"/>
                </a:lnTo>
                <a:lnTo>
                  <a:pt x="3602976" y="90826"/>
                </a:lnTo>
                <a:lnTo>
                  <a:pt x="3601476" y="90722"/>
                </a:lnTo>
                <a:lnTo>
                  <a:pt x="3599979" y="90617"/>
                </a:lnTo>
                <a:lnTo>
                  <a:pt x="3598487" y="90513"/>
                </a:lnTo>
                <a:lnTo>
                  <a:pt x="3596998" y="90409"/>
                </a:lnTo>
                <a:lnTo>
                  <a:pt x="3595512" y="90305"/>
                </a:lnTo>
                <a:lnTo>
                  <a:pt x="3591813" y="90047"/>
                </a:lnTo>
                <a:lnTo>
                  <a:pt x="3585940" y="89634"/>
                </a:lnTo>
                <a:lnTo>
                  <a:pt x="3580121" y="89224"/>
                </a:lnTo>
                <a:lnTo>
                  <a:pt x="3574355" y="88816"/>
                </a:lnTo>
                <a:lnTo>
                  <a:pt x="3568642" y="88411"/>
                </a:lnTo>
                <a:lnTo>
                  <a:pt x="3562981" y="88007"/>
                </a:lnTo>
                <a:lnTo>
                  <a:pt x="3557370" y="87606"/>
                </a:lnTo>
                <a:lnTo>
                  <a:pt x="3551808" y="87206"/>
                </a:lnTo>
                <a:lnTo>
                  <a:pt x="3546296" y="86809"/>
                </a:lnTo>
                <a:lnTo>
                  <a:pt x="3540831" y="86414"/>
                </a:lnTo>
                <a:lnTo>
                  <a:pt x="3535413" y="86020"/>
                </a:lnTo>
                <a:lnTo>
                  <a:pt x="3530042" y="85629"/>
                </a:lnTo>
                <a:lnTo>
                  <a:pt x="3524716" y="85239"/>
                </a:lnTo>
                <a:lnTo>
                  <a:pt x="3519435" y="84851"/>
                </a:lnTo>
                <a:lnTo>
                  <a:pt x="3514199" y="84465"/>
                </a:lnTo>
                <a:lnTo>
                  <a:pt x="3509005" y="84081"/>
                </a:lnTo>
                <a:lnTo>
                  <a:pt x="3503854" y="83699"/>
                </a:lnTo>
                <a:lnTo>
                  <a:pt x="3498744" y="83318"/>
                </a:lnTo>
                <a:lnTo>
                  <a:pt x="3493676" y="82940"/>
                </a:lnTo>
                <a:lnTo>
                  <a:pt x="3488649" y="82562"/>
                </a:lnTo>
                <a:lnTo>
                  <a:pt x="3483661" y="82187"/>
                </a:lnTo>
                <a:lnTo>
                  <a:pt x="3478713" y="81813"/>
                </a:lnTo>
                <a:lnTo>
                  <a:pt x="3473803" y="81441"/>
                </a:lnTo>
                <a:lnTo>
                  <a:pt x="3468932" y="81070"/>
                </a:lnTo>
                <a:lnTo>
                  <a:pt x="3464098" y="80701"/>
                </a:lnTo>
                <a:lnTo>
                  <a:pt x="3459300" y="80333"/>
                </a:lnTo>
                <a:lnTo>
                  <a:pt x="3454540" y="79967"/>
                </a:lnTo>
                <a:lnTo>
                  <a:pt x="3449814" y="79602"/>
                </a:lnTo>
                <a:lnTo>
                  <a:pt x="3445125" y="79239"/>
                </a:lnTo>
                <a:lnTo>
                  <a:pt x="3440470" y="78878"/>
                </a:lnTo>
                <a:lnTo>
                  <a:pt x="3435849" y="78517"/>
                </a:lnTo>
                <a:lnTo>
                  <a:pt x="3431262" y="78159"/>
                </a:lnTo>
                <a:lnTo>
                  <a:pt x="3426708" y="77801"/>
                </a:lnTo>
                <a:lnTo>
                  <a:pt x="3422187" y="77445"/>
                </a:lnTo>
                <a:lnTo>
                  <a:pt x="3417698" y="77090"/>
                </a:lnTo>
                <a:lnTo>
                  <a:pt x="3413241" y="76737"/>
                </a:lnTo>
                <a:lnTo>
                  <a:pt x="3408815" y="76385"/>
                </a:lnTo>
                <a:lnTo>
                  <a:pt x="3404420" y="76034"/>
                </a:lnTo>
                <a:lnTo>
                  <a:pt x="3400056" y="75685"/>
                </a:lnTo>
                <a:lnTo>
                  <a:pt x="3395722" y="75337"/>
                </a:lnTo>
                <a:lnTo>
                  <a:pt x="3391418" y="74990"/>
                </a:lnTo>
                <a:lnTo>
                  <a:pt x="3387143" y="74644"/>
                </a:lnTo>
                <a:lnTo>
                  <a:pt x="3382897" y="74300"/>
                </a:lnTo>
                <a:lnTo>
                  <a:pt x="3378679" y="73956"/>
                </a:lnTo>
                <a:lnTo>
                  <a:pt x="3374489" y="73614"/>
                </a:lnTo>
                <a:lnTo>
                  <a:pt x="3370328" y="73274"/>
                </a:lnTo>
                <a:lnTo>
                  <a:pt x="3366193" y="72934"/>
                </a:lnTo>
                <a:lnTo>
                  <a:pt x="3362086" y="72596"/>
                </a:lnTo>
                <a:lnTo>
                  <a:pt x="3358005" y="72258"/>
                </a:lnTo>
                <a:lnTo>
                  <a:pt x="3353951" y="71922"/>
                </a:lnTo>
                <a:lnTo>
                  <a:pt x="3349922" y="71587"/>
                </a:lnTo>
                <a:lnTo>
                  <a:pt x="3345919" y="71253"/>
                </a:lnTo>
                <a:lnTo>
                  <a:pt x="3341942" y="70920"/>
                </a:lnTo>
                <a:lnTo>
                  <a:pt x="3337989" y="70588"/>
                </a:lnTo>
                <a:lnTo>
                  <a:pt x="3334062" y="70258"/>
                </a:lnTo>
                <a:lnTo>
                  <a:pt x="3330158" y="69928"/>
                </a:lnTo>
                <a:lnTo>
                  <a:pt x="3326279" y="69600"/>
                </a:lnTo>
                <a:lnTo>
                  <a:pt x="3322424" y="69272"/>
                </a:lnTo>
                <a:lnTo>
                  <a:pt x="3318592" y="68946"/>
                </a:lnTo>
                <a:lnTo>
                  <a:pt x="3314783" y="68620"/>
                </a:lnTo>
                <a:lnTo>
                  <a:pt x="3310997" y="68296"/>
                </a:lnTo>
                <a:lnTo>
                  <a:pt x="3307234" y="67972"/>
                </a:lnTo>
                <a:lnTo>
                  <a:pt x="3303494" y="67650"/>
                </a:lnTo>
                <a:lnTo>
                  <a:pt x="3299775" y="67329"/>
                </a:lnTo>
                <a:lnTo>
                  <a:pt x="3296078" y="67008"/>
                </a:lnTo>
                <a:lnTo>
                  <a:pt x="3292403" y="66689"/>
                </a:lnTo>
                <a:lnTo>
                  <a:pt x="3288750" y="66370"/>
                </a:lnTo>
                <a:lnTo>
                  <a:pt x="3285117" y="66053"/>
                </a:lnTo>
                <a:lnTo>
                  <a:pt x="3281505" y="65736"/>
                </a:lnTo>
                <a:lnTo>
                  <a:pt x="3277914" y="65421"/>
                </a:lnTo>
                <a:lnTo>
                  <a:pt x="3274344" y="65106"/>
                </a:lnTo>
                <a:lnTo>
                  <a:pt x="3270793" y="64792"/>
                </a:lnTo>
                <a:lnTo>
                  <a:pt x="3267263" y="64480"/>
                </a:lnTo>
                <a:lnTo>
                  <a:pt x="3263752" y="64168"/>
                </a:lnTo>
                <a:lnTo>
                  <a:pt x="3260260" y="63857"/>
                </a:lnTo>
                <a:lnTo>
                  <a:pt x="3256788" y="63547"/>
                </a:lnTo>
                <a:lnTo>
                  <a:pt x="3253336" y="63238"/>
                </a:lnTo>
                <a:lnTo>
                  <a:pt x="3249901" y="62930"/>
                </a:lnTo>
                <a:lnTo>
                  <a:pt x="3246486" y="62622"/>
                </a:lnTo>
                <a:lnTo>
                  <a:pt x="3243089" y="62316"/>
                </a:lnTo>
                <a:lnTo>
                  <a:pt x="3239710" y="62010"/>
                </a:lnTo>
                <a:lnTo>
                  <a:pt x="3236350" y="61706"/>
                </a:lnTo>
                <a:lnTo>
                  <a:pt x="3233007" y="61402"/>
                </a:lnTo>
                <a:lnTo>
                  <a:pt x="3229682" y="61099"/>
                </a:lnTo>
                <a:lnTo>
                  <a:pt x="3226374" y="60797"/>
                </a:lnTo>
                <a:lnTo>
                  <a:pt x="3223084" y="60495"/>
                </a:lnTo>
                <a:lnTo>
                  <a:pt x="3219811" y="60195"/>
                </a:lnTo>
                <a:lnTo>
                  <a:pt x="3216555" y="59896"/>
                </a:lnTo>
                <a:lnTo>
                  <a:pt x="3213316" y="59597"/>
                </a:lnTo>
                <a:lnTo>
                  <a:pt x="3210093" y="59299"/>
                </a:lnTo>
                <a:lnTo>
                  <a:pt x="3206887" y="59002"/>
                </a:lnTo>
                <a:lnTo>
                  <a:pt x="3203697" y="58706"/>
                </a:lnTo>
                <a:lnTo>
                  <a:pt x="3200523" y="58410"/>
                </a:lnTo>
                <a:lnTo>
                  <a:pt x="3197365" y="58116"/>
                </a:lnTo>
                <a:lnTo>
                  <a:pt x="3194222" y="57822"/>
                </a:lnTo>
                <a:lnTo>
                  <a:pt x="3191096" y="57529"/>
                </a:lnTo>
                <a:lnTo>
                  <a:pt x="3187985" y="57237"/>
                </a:lnTo>
                <a:lnTo>
                  <a:pt x="3184889" y="56946"/>
                </a:lnTo>
                <a:lnTo>
                  <a:pt x="3181809" y="56655"/>
                </a:lnTo>
                <a:lnTo>
                  <a:pt x="3178743" y="56365"/>
                </a:lnTo>
                <a:lnTo>
                  <a:pt x="3175692" y="56076"/>
                </a:lnTo>
                <a:lnTo>
                  <a:pt x="3172656" y="55788"/>
                </a:lnTo>
                <a:lnTo>
                  <a:pt x="3169635" y="55501"/>
                </a:lnTo>
                <a:lnTo>
                  <a:pt x="3166628" y="55214"/>
                </a:lnTo>
                <a:lnTo>
                  <a:pt x="3163636" y="54929"/>
                </a:lnTo>
                <a:lnTo>
                  <a:pt x="3160657" y="54644"/>
                </a:lnTo>
                <a:lnTo>
                  <a:pt x="3157693" y="54359"/>
                </a:lnTo>
                <a:lnTo>
                  <a:pt x="3154743" y="54076"/>
                </a:lnTo>
                <a:lnTo>
                  <a:pt x="3151806" y="53793"/>
                </a:lnTo>
                <a:lnTo>
                  <a:pt x="3148883" y="53511"/>
                </a:lnTo>
                <a:lnTo>
                  <a:pt x="3145974" y="53230"/>
                </a:lnTo>
                <a:lnTo>
                  <a:pt x="3143078" y="52950"/>
                </a:lnTo>
                <a:lnTo>
                  <a:pt x="3140195" y="52670"/>
                </a:lnTo>
                <a:lnTo>
                  <a:pt x="3137325" y="52391"/>
                </a:lnTo>
                <a:lnTo>
                  <a:pt x="3134469" y="52113"/>
                </a:lnTo>
                <a:lnTo>
                  <a:pt x="3131625" y="51836"/>
                </a:lnTo>
                <a:lnTo>
                  <a:pt x="3128794" y="51559"/>
                </a:lnTo>
                <a:lnTo>
                  <a:pt x="3125976" y="51283"/>
                </a:lnTo>
                <a:lnTo>
                  <a:pt x="3123171" y="51008"/>
                </a:lnTo>
                <a:lnTo>
                  <a:pt x="3120378" y="50734"/>
                </a:lnTo>
                <a:lnTo>
                  <a:pt x="3117597" y="50460"/>
                </a:lnTo>
                <a:lnTo>
                  <a:pt x="3114829" y="50187"/>
                </a:lnTo>
                <a:lnTo>
                  <a:pt x="3112072" y="49915"/>
                </a:lnTo>
                <a:lnTo>
                  <a:pt x="3109328" y="49644"/>
                </a:lnTo>
                <a:lnTo>
                  <a:pt x="3106596" y="49373"/>
                </a:lnTo>
                <a:lnTo>
                  <a:pt x="3103875" y="49103"/>
                </a:lnTo>
                <a:lnTo>
                  <a:pt x="3101167" y="48834"/>
                </a:lnTo>
                <a:lnTo>
                  <a:pt x="3098469" y="48566"/>
                </a:lnTo>
                <a:lnTo>
                  <a:pt x="3095784" y="48298"/>
                </a:lnTo>
                <a:lnTo>
                  <a:pt x="3093110" y="48031"/>
                </a:lnTo>
                <a:lnTo>
                  <a:pt x="3090447" y="47765"/>
                </a:lnTo>
                <a:lnTo>
                  <a:pt x="3087795" y="47499"/>
                </a:lnTo>
                <a:lnTo>
                  <a:pt x="3085155" y="47234"/>
                </a:lnTo>
                <a:lnTo>
                  <a:pt x="3082525" y="46970"/>
                </a:lnTo>
                <a:lnTo>
                  <a:pt x="3079907" y="46707"/>
                </a:lnTo>
                <a:lnTo>
                  <a:pt x="3077299" y="46444"/>
                </a:lnTo>
                <a:lnTo>
                  <a:pt x="3074702" y="46183"/>
                </a:lnTo>
                <a:lnTo>
                  <a:pt x="3072116" y="45921"/>
                </a:lnTo>
                <a:lnTo>
                  <a:pt x="3069541" y="45661"/>
                </a:lnTo>
                <a:lnTo>
                  <a:pt x="3066976" y="45401"/>
                </a:lnTo>
                <a:lnTo>
                  <a:pt x="3064421" y="45142"/>
                </a:lnTo>
                <a:lnTo>
                  <a:pt x="3061877" y="44884"/>
                </a:lnTo>
                <a:lnTo>
                  <a:pt x="3059343" y="44626"/>
                </a:lnTo>
                <a:lnTo>
                  <a:pt x="3056819" y="44369"/>
                </a:lnTo>
                <a:lnTo>
                  <a:pt x="3054305" y="44113"/>
                </a:lnTo>
                <a:lnTo>
                  <a:pt x="3051801" y="43858"/>
                </a:lnTo>
                <a:lnTo>
                  <a:pt x="3049308" y="43603"/>
                </a:lnTo>
                <a:lnTo>
                  <a:pt x="3046824" y="43349"/>
                </a:lnTo>
                <a:lnTo>
                  <a:pt x="3044350" y="43096"/>
                </a:lnTo>
                <a:lnTo>
                  <a:pt x="3041885" y="42843"/>
                </a:lnTo>
                <a:lnTo>
                  <a:pt x="3039430" y="42591"/>
                </a:lnTo>
                <a:lnTo>
                  <a:pt x="3036985" y="42340"/>
                </a:lnTo>
                <a:lnTo>
                  <a:pt x="3034549" y="42090"/>
                </a:lnTo>
                <a:lnTo>
                  <a:pt x="3032123" y="41840"/>
                </a:lnTo>
                <a:lnTo>
                  <a:pt x="3029706" y="41591"/>
                </a:lnTo>
                <a:lnTo>
                  <a:pt x="3027298" y="41342"/>
                </a:lnTo>
                <a:lnTo>
                  <a:pt x="3024899" y="41095"/>
                </a:lnTo>
                <a:lnTo>
                  <a:pt x="3022510" y="40848"/>
                </a:lnTo>
                <a:lnTo>
                  <a:pt x="3020129" y="40602"/>
                </a:lnTo>
                <a:lnTo>
                  <a:pt x="3017758" y="40356"/>
                </a:lnTo>
                <a:lnTo>
                  <a:pt x="3015395" y="40111"/>
                </a:lnTo>
                <a:lnTo>
                  <a:pt x="3013042" y="39867"/>
                </a:lnTo>
                <a:lnTo>
                  <a:pt x="3010697" y="39624"/>
                </a:lnTo>
                <a:lnTo>
                  <a:pt x="3008361" y="39381"/>
                </a:lnTo>
                <a:lnTo>
                  <a:pt x="3006033" y="39139"/>
                </a:lnTo>
                <a:lnTo>
                  <a:pt x="3003714" y="38898"/>
                </a:lnTo>
                <a:lnTo>
                  <a:pt x="3001404" y="38657"/>
                </a:lnTo>
                <a:lnTo>
                  <a:pt x="2999102" y="38417"/>
                </a:lnTo>
                <a:lnTo>
                  <a:pt x="2996808" y="38178"/>
                </a:lnTo>
                <a:lnTo>
                  <a:pt x="2994523" y="37939"/>
                </a:lnTo>
                <a:lnTo>
                  <a:pt x="2992246" y="37702"/>
                </a:lnTo>
                <a:lnTo>
                  <a:pt x="2989977" y="37464"/>
                </a:lnTo>
                <a:lnTo>
                  <a:pt x="2987717" y="37228"/>
                </a:lnTo>
                <a:lnTo>
                  <a:pt x="2985464" y="36992"/>
                </a:lnTo>
                <a:lnTo>
                  <a:pt x="2983220" y="36757"/>
                </a:lnTo>
                <a:lnTo>
                  <a:pt x="2980984" y="36523"/>
                </a:lnTo>
                <a:lnTo>
                  <a:pt x="2978755" y="36289"/>
                </a:lnTo>
                <a:lnTo>
                  <a:pt x="2976534" y="36056"/>
                </a:lnTo>
                <a:lnTo>
                  <a:pt x="2974322" y="35824"/>
                </a:lnTo>
                <a:lnTo>
                  <a:pt x="2972117" y="35592"/>
                </a:lnTo>
                <a:lnTo>
                  <a:pt x="2969919" y="35362"/>
                </a:lnTo>
                <a:lnTo>
                  <a:pt x="2967730" y="35131"/>
                </a:lnTo>
                <a:lnTo>
                  <a:pt x="2965548" y="34902"/>
                </a:lnTo>
                <a:lnTo>
                  <a:pt x="2963373" y="34673"/>
                </a:lnTo>
                <a:lnTo>
                  <a:pt x="2961206" y="34445"/>
                </a:lnTo>
                <a:lnTo>
                  <a:pt x="2959046" y="34218"/>
                </a:lnTo>
                <a:lnTo>
                  <a:pt x="2956894" y="33991"/>
                </a:lnTo>
                <a:lnTo>
                  <a:pt x="2954749" y="33765"/>
                </a:lnTo>
                <a:lnTo>
                  <a:pt x="2952612" y="33540"/>
                </a:lnTo>
                <a:lnTo>
                  <a:pt x="2950482" y="33315"/>
                </a:lnTo>
                <a:lnTo>
                  <a:pt x="2948359" y="33091"/>
                </a:lnTo>
                <a:lnTo>
                  <a:pt x="2946243" y="32868"/>
                </a:lnTo>
                <a:lnTo>
                  <a:pt x="2944134" y="32645"/>
                </a:lnTo>
                <a:lnTo>
                  <a:pt x="2942032" y="32423"/>
                </a:lnTo>
                <a:lnTo>
                  <a:pt x="2939937" y="32202"/>
                </a:lnTo>
                <a:lnTo>
                  <a:pt x="2937849" y="31982"/>
                </a:lnTo>
                <a:lnTo>
                  <a:pt x="2935769" y="31762"/>
                </a:lnTo>
                <a:lnTo>
                  <a:pt x="2933694" y="31543"/>
                </a:lnTo>
                <a:lnTo>
                  <a:pt x="2931627" y="31324"/>
                </a:lnTo>
                <a:lnTo>
                  <a:pt x="2929567" y="31107"/>
                </a:lnTo>
                <a:lnTo>
                  <a:pt x="2927513" y="30890"/>
                </a:lnTo>
                <a:lnTo>
                  <a:pt x="2921783" y="30673"/>
                </a:lnTo>
                <a:lnTo>
                  <a:pt x="2907460" y="30458"/>
                </a:lnTo>
                <a:lnTo>
                  <a:pt x="2893138" y="30243"/>
                </a:lnTo>
                <a:lnTo>
                  <a:pt x="2878815" y="30028"/>
                </a:lnTo>
                <a:lnTo>
                  <a:pt x="2864493" y="29815"/>
                </a:lnTo>
                <a:lnTo>
                  <a:pt x="2850170" y="29602"/>
                </a:lnTo>
                <a:lnTo>
                  <a:pt x="2835848" y="29390"/>
                </a:lnTo>
                <a:lnTo>
                  <a:pt x="2821525" y="29178"/>
                </a:lnTo>
                <a:lnTo>
                  <a:pt x="2807203" y="28967"/>
                </a:lnTo>
                <a:lnTo>
                  <a:pt x="2792881" y="28757"/>
                </a:lnTo>
                <a:lnTo>
                  <a:pt x="2778558" y="28548"/>
                </a:lnTo>
                <a:lnTo>
                  <a:pt x="2764236" y="28339"/>
                </a:lnTo>
                <a:lnTo>
                  <a:pt x="2749913" y="28131"/>
                </a:lnTo>
                <a:lnTo>
                  <a:pt x="2735591" y="27923"/>
                </a:lnTo>
                <a:lnTo>
                  <a:pt x="2721268" y="27717"/>
                </a:lnTo>
                <a:lnTo>
                  <a:pt x="2706946" y="27511"/>
                </a:lnTo>
                <a:lnTo>
                  <a:pt x="2692623" y="27305"/>
                </a:lnTo>
                <a:lnTo>
                  <a:pt x="2678301" y="27101"/>
                </a:lnTo>
                <a:lnTo>
                  <a:pt x="2663978" y="26897"/>
                </a:lnTo>
                <a:lnTo>
                  <a:pt x="2649656" y="26693"/>
                </a:lnTo>
                <a:lnTo>
                  <a:pt x="2635333" y="26491"/>
                </a:lnTo>
                <a:lnTo>
                  <a:pt x="2621011" y="26289"/>
                </a:lnTo>
                <a:lnTo>
                  <a:pt x="2606688" y="26087"/>
                </a:lnTo>
                <a:lnTo>
                  <a:pt x="2592366" y="25887"/>
                </a:lnTo>
                <a:lnTo>
                  <a:pt x="2578044" y="25687"/>
                </a:lnTo>
                <a:lnTo>
                  <a:pt x="2563721" y="25488"/>
                </a:lnTo>
                <a:lnTo>
                  <a:pt x="2549399" y="25289"/>
                </a:lnTo>
                <a:lnTo>
                  <a:pt x="2535076" y="25091"/>
                </a:lnTo>
                <a:lnTo>
                  <a:pt x="2520754" y="24894"/>
                </a:lnTo>
                <a:lnTo>
                  <a:pt x="2506431" y="24697"/>
                </a:lnTo>
                <a:lnTo>
                  <a:pt x="2492109" y="24502"/>
                </a:lnTo>
                <a:lnTo>
                  <a:pt x="2477786" y="24306"/>
                </a:lnTo>
                <a:lnTo>
                  <a:pt x="2463464" y="24112"/>
                </a:lnTo>
                <a:lnTo>
                  <a:pt x="2449141" y="23918"/>
                </a:lnTo>
                <a:lnTo>
                  <a:pt x="2434819" y="23725"/>
                </a:lnTo>
                <a:lnTo>
                  <a:pt x="2420496" y="23533"/>
                </a:lnTo>
                <a:lnTo>
                  <a:pt x="2406174" y="23341"/>
                </a:lnTo>
                <a:lnTo>
                  <a:pt x="2391851" y="23150"/>
                </a:lnTo>
                <a:lnTo>
                  <a:pt x="2377529" y="22959"/>
                </a:lnTo>
                <a:lnTo>
                  <a:pt x="2363207" y="22769"/>
                </a:lnTo>
                <a:lnTo>
                  <a:pt x="2348884" y="22580"/>
                </a:lnTo>
                <a:lnTo>
                  <a:pt x="2334562" y="22392"/>
                </a:lnTo>
                <a:lnTo>
                  <a:pt x="2320239" y="22204"/>
                </a:lnTo>
                <a:lnTo>
                  <a:pt x="2305917" y="22017"/>
                </a:lnTo>
                <a:lnTo>
                  <a:pt x="2291594" y="21831"/>
                </a:lnTo>
                <a:lnTo>
                  <a:pt x="2277272" y="21645"/>
                </a:lnTo>
                <a:lnTo>
                  <a:pt x="2262949" y="21460"/>
                </a:lnTo>
                <a:lnTo>
                  <a:pt x="2248627" y="21276"/>
                </a:lnTo>
                <a:lnTo>
                  <a:pt x="2234304" y="21092"/>
                </a:lnTo>
                <a:lnTo>
                  <a:pt x="2219982" y="20909"/>
                </a:lnTo>
                <a:lnTo>
                  <a:pt x="2205659" y="20726"/>
                </a:lnTo>
                <a:lnTo>
                  <a:pt x="2191337" y="20545"/>
                </a:lnTo>
                <a:lnTo>
                  <a:pt x="2177014" y="20364"/>
                </a:lnTo>
                <a:lnTo>
                  <a:pt x="2162692" y="20183"/>
                </a:lnTo>
                <a:lnTo>
                  <a:pt x="2148370" y="20004"/>
                </a:lnTo>
                <a:lnTo>
                  <a:pt x="2134047" y="19825"/>
                </a:lnTo>
                <a:lnTo>
                  <a:pt x="2119725" y="19646"/>
                </a:lnTo>
                <a:lnTo>
                  <a:pt x="2105402" y="19468"/>
                </a:lnTo>
                <a:lnTo>
                  <a:pt x="2091080" y="19291"/>
                </a:lnTo>
                <a:lnTo>
                  <a:pt x="2076757" y="19115"/>
                </a:lnTo>
                <a:lnTo>
                  <a:pt x="2062435" y="18939"/>
                </a:lnTo>
                <a:lnTo>
                  <a:pt x="2048112" y="18764"/>
                </a:lnTo>
                <a:lnTo>
                  <a:pt x="2033790" y="18590"/>
                </a:lnTo>
                <a:lnTo>
                  <a:pt x="2019467" y="18416"/>
                </a:lnTo>
                <a:lnTo>
                  <a:pt x="2005145" y="18243"/>
                </a:lnTo>
                <a:lnTo>
                  <a:pt x="1990822" y="18070"/>
                </a:lnTo>
                <a:lnTo>
                  <a:pt x="1976500" y="17899"/>
                </a:lnTo>
                <a:lnTo>
                  <a:pt x="1962177" y="17728"/>
                </a:lnTo>
                <a:lnTo>
                  <a:pt x="1947855" y="17557"/>
                </a:lnTo>
                <a:lnTo>
                  <a:pt x="1933533" y="17387"/>
                </a:lnTo>
                <a:lnTo>
                  <a:pt x="1919210" y="17218"/>
                </a:lnTo>
                <a:lnTo>
                  <a:pt x="1904888" y="17050"/>
                </a:lnTo>
                <a:lnTo>
                  <a:pt x="1890565" y="16882"/>
                </a:lnTo>
                <a:lnTo>
                  <a:pt x="1876243" y="16715"/>
                </a:lnTo>
                <a:lnTo>
                  <a:pt x="1861920" y="16548"/>
                </a:lnTo>
                <a:lnTo>
                  <a:pt x="1847598" y="16382"/>
                </a:lnTo>
                <a:lnTo>
                  <a:pt x="1833275" y="16217"/>
                </a:lnTo>
                <a:lnTo>
                  <a:pt x="1818953" y="16052"/>
                </a:lnTo>
                <a:lnTo>
                  <a:pt x="1804630" y="15888"/>
                </a:lnTo>
                <a:lnTo>
                  <a:pt x="1790308" y="15725"/>
                </a:lnTo>
                <a:lnTo>
                  <a:pt x="1775985" y="15562"/>
                </a:lnTo>
                <a:lnTo>
                  <a:pt x="1761663" y="15400"/>
                </a:lnTo>
                <a:lnTo>
                  <a:pt x="1747340" y="15239"/>
                </a:lnTo>
                <a:lnTo>
                  <a:pt x="1733018" y="15078"/>
                </a:lnTo>
                <a:lnTo>
                  <a:pt x="1718696" y="14918"/>
                </a:lnTo>
                <a:lnTo>
                  <a:pt x="1704373" y="14759"/>
                </a:lnTo>
                <a:lnTo>
                  <a:pt x="1690051" y="14600"/>
                </a:lnTo>
                <a:lnTo>
                  <a:pt x="1675728" y="14442"/>
                </a:lnTo>
                <a:lnTo>
                  <a:pt x="1661406" y="14284"/>
                </a:lnTo>
                <a:lnTo>
                  <a:pt x="1647083" y="14127"/>
                </a:lnTo>
                <a:lnTo>
                  <a:pt x="1632761" y="13971"/>
                </a:lnTo>
                <a:lnTo>
                  <a:pt x="1618438" y="13815"/>
                </a:lnTo>
                <a:lnTo>
                  <a:pt x="1604116" y="13660"/>
                </a:lnTo>
                <a:lnTo>
                  <a:pt x="1589793" y="13506"/>
                </a:lnTo>
                <a:lnTo>
                  <a:pt x="1575471" y="13352"/>
                </a:lnTo>
                <a:lnTo>
                  <a:pt x="1561148" y="13199"/>
                </a:lnTo>
                <a:lnTo>
                  <a:pt x="1546826" y="13047"/>
                </a:lnTo>
                <a:lnTo>
                  <a:pt x="1532503" y="12895"/>
                </a:lnTo>
                <a:lnTo>
                  <a:pt x="1518181" y="12744"/>
                </a:lnTo>
                <a:lnTo>
                  <a:pt x="1503859" y="12593"/>
                </a:lnTo>
                <a:lnTo>
                  <a:pt x="1489536" y="12443"/>
                </a:lnTo>
                <a:lnTo>
                  <a:pt x="1475214" y="12294"/>
                </a:lnTo>
                <a:lnTo>
                  <a:pt x="1460891" y="12145"/>
                </a:lnTo>
                <a:lnTo>
                  <a:pt x="1446569" y="11997"/>
                </a:lnTo>
                <a:lnTo>
                  <a:pt x="1432246" y="11850"/>
                </a:lnTo>
                <a:lnTo>
                  <a:pt x="1417924" y="11703"/>
                </a:lnTo>
                <a:lnTo>
                  <a:pt x="1403601" y="11557"/>
                </a:lnTo>
                <a:lnTo>
                  <a:pt x="1389279" y="11411"/>
                </a:lnTo>
                <a:lnTo>
                  <a:pt x="1374956" y="11266"/>
                </a:lnTo>
                <a:lnTo>
                  <a:pt x="1360634" y="11122"/>
                </a:lnTo>
                <a:lnTo>
                  <a:pt x="1346311" y="10978"/>
                </a:lnTo>
                <a:lnTo>
                  <a:pt x="1331989" y="10835"/>
                </a:lnTo>
                <a:lnTo>
                  <a:pt x="1317666" y="10692"/>
                </a:lnTo>
                <a:lnTo>
                  <a:pt x="1303344" y="10551"/>
                </a:lnTo>
                <a:lnTo>
                  <a:pt x="1289022" y="10409"/>
                </a:lnTo>
                <a:lnTo>
                  <a:pt x="1274699" y="10269"/>
                </a:lnTo>
                <a:lnTo>
                  <a:pt x="1260377" y="10129"/>
                </a:lnTo>
                <a:lnTo>
                  <a:pt x="1246054" y="9989"/>
                </a:lnTo>
                <a:lnTo>
                  <a:pt x="1231732" y="9850"/>
                </a:lnTo>
                <a:lnTo>
                  <a:pt x="1217409" y="9712"/>
                </a:lnTo>
                <a:lnTo>
                  <a:pt x="1203087" y="9574"/>
                </a:lnTo>
                <a:lnTo>
                  <a:pt x="1188764" y="9437"/>
                </a:lnTo>
                <a:lnTo>
                  <a:pt x="1174442" y="9301"/>
                </a:lnTo>
                <a:lnTo>
                  <a:pt x="1160119" y="9165"/>
                </a:lnTo>
                <a:lnTo>
                  <a:pt x="1145797" y="9030"/>
                </a:lnTo>
                <a:lnTo>
                  <a:pt x="1131474" y="8895"/>
                </a:lnTo>
                <a:lnTo>
                  <a:pt x="1117152" y="8761"/>
                </a:lnTo>
                <a:lnTo>
                  <a:pt x="1102829" y="8628"/>
                </a:lnTo>
                <a:lnTo>
                  <a:pt x="1088507" y="8495"/>
                </a:lnTo>
                <a:lnTo>
                  <a:pt x="1074185" y="8362"/>
                </a:lnTo>
                <a:lnTo>
                  <a:pt x="1059862" y="8231"/>
                </a:lnTo>
                <a:lnTo>
                  <a:pt x="1045540" y="8100"/>
                </a:lnTo>
                <a:lnTo>
                  <a:pt x="1031217" y="7969"/>
                </a:lnTo>
                <a:lnTo>
                  <a:pt x="1016895" y="7839"/>
                </a:lnTo>
                <a:lnTo>
                  <a:pt x="1002572" y="7710"/>
                </a:lnTo>
                <a:lnTo>
                  <a:pt x="988250" y="7581"/>
                </a:lnTo>
                <a:lnTo>
                  <a:pt x="973927" y="7453"/>
                </a:lnTo>
                <a:lnTo>
                  <a:pt x="959605" y="7325"/>
                </a:lnTo>
                <a:lnTo>
                  <a:pt x="945282" y="7198"/>
                </a:lnTo>
                <a:lnTo>
                  <a:pt x="930960" y="7072"/>
                </a:lnTo>
                <a:lnTo>
                  <a:pt x="916637" y="6946"/>
                </a:lnTo>
                <a:lnTo>
                  <a:pt x="902315" y="6821"/>
                </a:lnTo>
                <a:lnTo>
                  <a:pt x="887992" y="6696"/>
                </a:lnTo>
                <a:lnTo>
                  <a:pt x="873670" y="6572"/>
                </a:lnTo>
                <a:lnTo>
                  <a:pt x="859348" y="6448"/>
                </a:lnTo>
                <a:lnTo>
                  <a:pt x="845025" y="6325"/>
                </a:lnTo>
                <a:lnTo>
                  <a:pt x="830703" y="6203"/>
                </a:lnTo>
                <a:lnTo>
                  <a:pt x="816380" y="6081"/>
                </a:lnTo>
                <a:lnTo>
                  <a:pt x="802058" y="5959"/>
                </a:lnTo>
                <a:lnTo>
                  <a:pt x="787735" y="5839"/>
                </a:lnTo>
                <a:lnTo>
                  <a:pt x="773413" y="5718"/>
                </a:lnTo>
                <a:lnTo>
                  <a:pt x="759090" y="5599"/>
                </a:lnTo>
                <a:lnTo>
                  <a:pt x="744768" y="5480"/>
                </a:lnTo>
                <a:lnTo>
                  <a:pt x="730445" y="5361"/>
                </a:lnTo>
                <a:lnTo>
                  <a:pt x="716123" y="5243"/>
                </a:lnTo>
                <a:lnTo>
                  <a:pt x="701800" y="5126"/>
                </a:lnTo>
                <a:lnTo>
                  <a:pt x="687478" y="5009"/>
                </a:lnTo>
                <a:lnTo>
                  <a:pt x="673155" y="4892"/>
                </a:lnTo>
                <a:lnTo>
                  <a:pt x="658833" y="4777"/>
                </a:lnTo>
                <a:lnTo>
                  <a:pt x="644511" y="4661"/>
                </a:lnTo>
                <a:lnTo>
                  <a:pt x="630188" y="4547"/>
                </a:lnTo>
                <a:lnTo>
                  <a:pt x="615866" y="4432"/>
                </a:lnTo>
                <a:lnTo>
                  <a:pt x="601543" y="4319"/>
                </a:lnTo>
                <a:lnTo>
                  <a:pt x="587221" y="4206"/>
                </a:lnTo>
                <a:lnTo>
                  <a:pt x="572898" y="4093"/>
                </a:lnTo>
                <a:lnTo>
                  <a:pt x="558576" y="3981"/>
                </a:lnTo>
                <a:lnTo>
                  <a:pt x="544253" y="3870"/>
                </a:lnTo>
                <a:lnTo>
                  <a:pt x="529931" y="3759"/>
                </a:lnTo>
                <a:lnTo>
                  <a:pt x="515608" y="3648"/>
                </a:lnTo>
                <a:lnTo>
                  <a:pt x="501286" y="3538"/>
                </a:lnTo>
                <a:lnTo>
                  <a:pt x="486963" y="3429"/>
                </a:lnTo>
                <a:lnTo>
                  <a:pt x="472641" y="3320"/>
                </a:lnTo>
                <a:lnTo>
                  <a:pt x="458318" y="3211"/>
                </a:lnTo>
                <a:lnTo>
                  <a:pt x="443996" y="3104"/>
                </a:lnTo>
                <a:lnTo>
                  <a:pt x="429674" y="2996"/>
                </a:lnTo>
                <a:lnTo>
                  <a:pt x="415351" y="2889"/>
                </a:lnTo>
                <a:lnTo>
                  <a:pt x="401029" y="2783"/>
                </a:lnTo>
                <a:lnTo>
                  <a:pt x="386706" y="2677"/>
                </a:lnTo>
                <a:lnTo>
                  <a:pt x="372384" y="2572"/>
                </a:lnTo>
                <a:lnTo>
                  <a:pt x="358061" y="2467"/>
                </a:lnTo>
                <a:lnTo>
                  <a:pt x="343739" y="2363"/>
                </a:lnTo>
                <a:lnTo>
                  <a:pt x="329416" y="2259"/>
                </a:lnTo>
                <a:lnTo>
                  <a:pt x="315094" y="2155"/>
                </a:lnTo>
                <a:lnTo>
                  <a:pt x="300771" y="2052"/>
                </a:lnTo>
                <a:lnTo>
                  <a:pt x="286449" y="1950"/>
                </a:lnTo>
                <a:lnTo>
                  <a:pt x="272126" y="1848"/>
                </a:lnTo>
                <a:lnTo>
                  <a:pt x="257804" y="1747"/>
                </a:lnTo>
                <a:lnTo>
                  <a:pt x="243481" y="1646"/>
                </a:lnTo>
                <a:lnTo>
                  <a:pt x="229159" y="1545"/>
                </a:lnTo>
                <a:lnTo>
                  <a:pt x="214837" y="1445"/>
                </a:lnTo>
                <a:lnTo>
                  <a:pt x="200514" y="1346"/>
                </a:lnTo>
                <a:lnTo>
                  <a:pt x="186192" y="1247"/>
                </a:lnTo>
                <a:lnTo>
                  <a:pt x="171869" y="1148"/>
                </a:lnTo>
                <a:lnTo>
                  <a:pt x="157547" y="1050"/>
                </a:lnTo>
                <a:lnTo>
                  <a:pt x="143224" y="952"/>
                </a:lnTo>
                <a:lnTo>
                  <a:pt x="128902" y="855"/>
                </a:lnTo>
                <a:lnTo>
                  <a:pt x="114579" y="758"/>
                </a:lnTo>
                <a:lnTo>
                  <a:pt x="100257" y="662"/>
                </a:lnTo>
                <a:lnTo>
                  <a:pt x="85934" y="566"/>
                </a:lnTo>
                <a:lnTo>
                  <a:pt x="71612" y="471"/>
                </a:lnTo>
                <a:lnTo>
                  <a:pt x="57289" y="376"/>
                </a:lnTo>
                <a:lnTo>
                  <a:pt x="42967" y="281"/>
                </a:lnTo>
                <a:lnTo>
                  <a:pt x="28644" y="187"/>
                </a:lnTo>
                <a:lnTo>
                  <a:pt x="14322" y="94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EB683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(c) n_e curve"/>
          <p:cNvSpPr/>
          <p:nvPr/>
        </p:nvSpPr>
        <p:spPr>
          <a:xfrm>
            <a:off x="4343400" y="6094548"/>
            <a:ext cx="7313665" cy="500265"/>
          </a:xfrm>
          <a:custGeom>
            <a:avLst/>
            <a:gdLst/>
            <a:ahLst/>
            <a:cxnLst/>
            <a:rect l="l" t="t" r="r" b="b"/>
            <a:pathLst>
              <a:path w="7313665" h="500265">
                <a:moveTo>
                  <a:pt x="7313665" y="500265"/>
                </a:moveTo>
                <a:lnTo>
                  <a:pt x="7310595" y="498262"/>
                </a:lnTo>
                <a:lnTo>
                  <a:pt x="7307526" y="496277"/>
                </a:lnTo>
                <a:lnTo>
                  <a:pt x="7304456" y="494310"/>
                </a:lnTo>
                <a:lnTo>
                  <a:pt x="7301386" y="492360"/>
                </a:lnTo>
                <a:lnTo>
                  <a:pt x="7298317" y="490429"/>
                </a:lnTo>
                <a:lnTo>
                  <a:pt x="7295247" y="488516"/>
                </a:lnTo>
                <a:lnTo>
                  <a:pt x="7292178" y="486621"/>
                </a:lnTo>
                <a:lnTo>
                  <a:pt x="7289108" y="484745"/>
                </a:lnTo>
                <a:lnTo>
                  <a:pt x="7286038" y="482887"/>
                </a:lnTo>
                <a:lnTo>
                  <a:pt x="7282969" y="481048"/>
                </a:lnTo>
                <a:lnTo>
                  <a:pt x="7279899" y="479227"/>
                </a:lnTo>
                <a:lnTo>
                  <a:pt x="7276830" y="477424"/>
                </a:lnTo>
                <a:lnTo>
                  <a:pt x="7273760" y="475639"/>
                </a:lnTo>
                <a:lnTo>
                  <a:pt x="7270691" y="473872"/>
                </a:lnTo>
                <a:lnTo>
                  <a:pt x="7267621" y="472123"/>
                </a:lnTo>
                <a:lnTo>
                  <a:pt x="7264551" y="470392"/>
                </a:lnTo>
                <a:lnTo>
                  <a:pt x="7261482" y="468679"/>
                </a:lnTo>
                <a:lnTo>
                  <a:pt x="7258412" y="466983"/>
                </a:lnTo>
                <a:lnTo>
                  <a:pt x="7255343" y="465305"/>
                </a:lnTo>
                <a:lnTo>
                  <a:pt x="7252273" y="463644"/>
                </a:lnTo>
                <a:lnTo>
                  <a:pt x="7249204" y="462000"/>
                </a:lnTo>
                <a:lnTo>
                  <a:pt x="7246134" y="460374"/>
                </a:lnTo>
                <a:lnTo>
                  <a:pt x="7243064" y="458764"/>
                </a:lnTo>
                <a:lnTo>
                  <a:pt x="7239995" y="457172"/>
                </a:lnTo>
                <a:lnTo>
                  <a:pt x="7236925" y="455596"/>
                </a:lnTo>
                <a:lnTo>
                  <a:pt x="7233856" y="454037"/>
                </a:lnTo>
                <a:lnTo>
                  <a:pt x="7230786" y="452494"/>
                </a:lnTo>
                <a:lnTo>
                  <a:pt x="7227716" y="450967"/>
                </a:lnTo>
                <a:lnTo>
                  <a:pt x="7224647" y="449457"/>
                </a:lnTo>
                <a:lnTo>
                  <a:pt x="7221577" y="447963"/>
                </a:lnTo>
                <a:lnTo>
                  <a:pt x="7218508" y="446485"/>
                </a:lnTo>
                <a:lnTo>
                  <a:pt x="7215438" y="445022"/>
                </a:lnTo>
                <a:lnTo>
                  <a:pt x="7212369" y="443576"/>
                </a:lnTo>
                <a:lnTo>
                  <a:pt x="7209299" y="442144"/>
                </a:lnTo>
                <a:lnTo>
                  <a:pt x="7206229" y="440729"/>
                </a:lnTo>
                <a:lnTo>
                  <a:pt x="7203160" y="439328"/>
                </a:lnTo>
                <a:lnTo>
                  <a:pt x="7200090" y="437942"/>
                </a:lnTo>
                <a:lnTo>
                  <a:pt x="7197021" y="436572"/>
                </a:lnTo>
                <a:lnTo>
                  <a:pt x="7193951" y="435216"/>
                </a:lnTo>
                <a:lnTo>
                  <a:pt x="7190882" y="433875"/>
                </a:lnTo>
                <a:lnTo>
                  <a:pt x="7187812" y="432549"/>
                </a:lnTo>
                <a:lnTo>
                  <a:pt x="7184742" y="431236"/>
                </a:lnTo>
                <a:lnTo>
                  <a:pt x="7181673" y="429938"/>
                </a:lnTo>
                <a:lnTo>
                  <a:pt x="7178603" y="428655"/>
                </a:lnTo>
                <a:lnTo>
                  <a:pt x="7175534" y="427385"/>
                </a:lnTo>
                <a:lnTo>
                  <a:pt x="7172464" y="426129"/>
                </a:lnTo>
                <a:lnTo>
                  <a:pt x="7169394" y="424886"/>
                </a:lnTo>
                <a:lnTo>
                  <a:pt x="7166325" y="423658"/>
                </a:lnTo>
                <a:lnTo>
                  <a:pt x="7163255" y="422442"/>
                </a:lnTo>
                <a:lnTo>
                  <a:pt x="7160186" y="421240"/>
                </a:lnTo>
                <a:lnTo>
                  <a:pt x="7157116" y="420051"/>
                </a:lnTo>
                <a:lnTo>
                  <a:pt x="7154047" y="418874"/>
                </a:lnTo>
                <a:lnTo>
                  <a:pt x="7150977" y="417711"/>
                </a:lnTo>
                <a:lnTo>
                  <a:pt x="7147907" y="416560"/>
                </a:lnTo>
                <a:lnTo>
                  <a:pt x="7144838" y="415422"/>
                </a:lnTo>
                <a:lnTo>
                  <a:pt x="7141768" y="414296"/>
                </a:lnTo>
                <a:lnTo>
                  <a:pt x="7138699" y="413182"/>
                </a:lnTo>
                <a:lnTo>
                  <a:pt x="7135629" y="412081"/>
                </a:lnTo>
                <a:lnTo>
                  <a:pt x="7132559" y="410991"/>
                </a:lnTo>
                <a:lnTo>
                  <a:pt x="7129490" y="409913"/>
                </a:lnTo>
                <a:lnTo>
                  <a:pt x="7126420" y="408847"/>
                </a:lnTo>
                <a:lnTo>
                  <a:pt x="7123351" y="407792"/>
                </a:lnTo>
                <a:lnTo>
                  <a:pt x="7120281" y="406749"/>
                </a:lnTo>
                <a:lnTo>
                  <a:pt x="7117212" y="405717"/>
                </a:lnTo>
                <a:lnTo>
                  <a:pt x="7114142" y="404696"/>
                </a:lnTo>
                <a:lnTo>
                  <a:pt x="7111072" y="403686"/>
                </a:lnTo>
                <a:lnTo>
                  <a:pt x="7108003" y="402687"/>
                </a:lnTo>
                <a:lnTo>
                  <a:pt x="7104933" y="401699"/>
                </a:lnTo>
                <a:lnTo>
                  <a:pt x="7101864" y="400721"/>
                </a:lnTo>
                <a:lnTo>
                  <a:pt x="7098794" y="399754"/>
                </a:lnTo>
                <a:lnTo>
                  <a:pt x="7095725" y="398796"/>
                </a:lnTo>
                <a:lnTo>
                  <a:pt x="7088051" y="396452"/>
                </a:lnTo>
                <a:lnTo>
                  <a:pt x="7075772" y="392822"/>
                </a:lnTo>
                <a:lnTo>
                  <a:pt x="7063494" y="389341"/>
                </a:lnTo>
                <a:lnTo>
                  <a:pt x="7051216" y="386001"/>
                </a:lnTo>
                <a:lnTo>
                  <a:pt x="7038937" y="382795"/>
                </a:lnTo>
                <a:lnTo>
                  <a:pt x="7026659" y="379716"/>
                </a:lnTo>
                <a:lnTo>
                  <a:pt x="7014381" y="376757"/>
                </a:lnTo>
                <a:lnTo>
                  <a:pt x="7002102" y="373911"/>
                </a:lnTo>
                <a:lnTo>
                  <a:pt x="6989824" y="371172"/>
                </a:lnTo>
                <a:lnTo>
                  <a:pt x="6977546" y="368533"/>
                </a:lnTo>
                <a:lnTo>
                  <a:pt x="6965267" y="365991"/>
                </a:lnTo>
                <a:lnTo>
                  <a:pt x="6952989" y="363538"/>
                </a:lnTo>
                <a:lnTo>
                  <a:pt x="6940711" y="361171"/>
                </a:lnTo>
                <a:lnTo>
                  <a:pt x="6928432" y="358884"/>
                </a:lnTo>
                <a:lnTo>
                  <a:pt x="6916154" y="356673"/>
                </a:lnTo>
                <a:lnTo>
                  <a:pt x="6903876" y="354534"/>
                </a:lnTo>
                <a:lnTo>
                  <a:pt x="6891597" y="352463"/>
                </a:lnTo>
                <a:lnTo>
                  <a:pt x="6879319" y="350456"/>
                </a:lnTo>
                <a:lnTo>
                  <a:pt x="6867041" y="348511"/>
                </a:lnTo>
                <a:lnTo>
                  <a:pt x="6854762" y="346623"/>
                </a:lnTo>
                <a:lnTo>
                  <a:pt x="6842484" y="344790"/>
                </a:lnTo>
                <a:lnTo>
                  <a:pt x="6830206" y="343010"/>
                </a:lnTo>
                <a:lnTo>
                  <a:pt x="6817928" y="341279"/>
                </a:lnTo>
                <a:lnTo>
                  <a:pt x="6805649" y="339594"/>
                </a:lnTo>
                <a:lnTo>
                  <a:pt x="6793371" y="337955"/>
                </a:lnTo>
                <a:lnTo>
                  <a:pt x="6781093" y="336358"/>
                </a:lnTo>
                <a:lnTo>
                  <a:pt x="6768814" y="334802"/>
                </a:lnTo>
                <a:lnTo>
                  <a:pt x="6756536" y="333285"/>
                </a:lnTo>
                <a:lnTo>
                  <a:pt x="6744258" y="331804"/>
                </a:lnTo>
                <a:lnTo>
                  <a:pt x="6731979" y="330359"/>
                </a:lnTo>
                <a:lnTo>
                  <a:pt x="6701283" y="326882"/>
                </a:lnTo>
                <a:lnTo>
                  <a:pt x="6652170" y="321725"/>
                </a:lnTo>
                <a:lnTo>
                  <a:pt x="6603057" y="316978"/>
                </a:lnTo>
                <a:lnTo>
                  <a:pt x="6553944" y="312583"/>
                </a:lnTo>
                <a:lnTo>
                  <a:pt x="6506094" y="308492"/>
                </a:lnTo>
                <a:lnTo>
                  <a:pt x="6469116" y="304668"/>
                </a:lnTo>
                <a:lnTo>
                  <a:pt x="6434195" y="301079"/>
                </a:lnTo>
                <a:lnTo>
                  <a:pt x="6401111" y="297699"/>
                </a:lnTo>
                <a:lnTo>
                  <a:pt x="6369683" y="294506"/>
                </a:lnTo>
                <a:lnTo>
                  <a:pt x="6339752" y="291482"/>
                </a:lnTo>
                <a:lnTo>
                  <a:pt x="6311182" y="288610"/>
                </a:lnTo>
                <a:lnTo>
                  <a:pt x="6283855" y="285877"/>
                </a:lnTo>
                <a:lnTo>
                  <a:pt x="6257666" y="283270"/>
                </a:lnTo>
                <a:lnTo>
                  <a:pt x="6232525" y="280779"/>
                </a:lnTo>
                <a:lnTo>
                  <a:pt x="6208352" y="278395"/>
                </a:lnTo>
                <a:lnTo>
                  <a:pt x="6185074" y="276109"/>
                </a:lnTo>
                <a:lnTo>
                  <a:pt x="6162627" y="273915"/>
                </a:lnTo>
                <a:lnTo>
                  <a:pt x="6140955" y="271805"/>
                </a:lnTo>
                <a:lnTo>
                  <a:pt x="6120005" y="269774"/>
                </a:lnTo>
                <a:lnTo>
                  <a:pt x="6099732" y="267817"/>
                </a:lnTo>
                <a:lnTo>
                  <a:pt x="6051736" y="263188"/>
                </a:lnTo>
                <a:lnTo>
                  <a:pt x="5981838" y="256587"/>
                </a:lnTo>
                <a:lnTo>
                  <a:pt x="5918943" y="250727"/>
                </a:lnTo>
                <a:lnTo>
                  <a:pt x="5861773" y="245470"/>
                </a:lnTo>
                <a:lnTo>
                  <a:pt x="5809373" y="240712"/>
                </a:lnTo>
                <a:lnTo>
                  <a:pt x="5761008" y="236375"/>
                </a:lnTo>
                <a:lnTo>
                  <a:pt x="5716101" y="232396"/>
                </a:lnTo>
                <a:lnTo>
                  <a:pt x="5674190" y="228725"/>
                </a:lnTo>
                <a:lnTo>
                  <a:pt x="5634900" y="225322"/>
                </a:lnTo>
                <a:lnTo>
                  <a:pt x="5597923" y="222154"/>
                </a:lnTo>
                <a:lnTo>
                  <a:pt x="5563001" y="219193"/>
                </a:lnTo>
                <a:lnTo>
                  <a:pt x="5529918" y="216417"/>
                </a:lnTo>
                <a:lnTo>
                  <a:pt x="5498489" y="213806"/>
                </a:lnTo>
                <a:lnTo>
                  <a:pt x="5468558" y="211344"/>
                </a:lnTo>
                <a:lnTo>
                  <a:pt x="5439988" y="209016"/>
                </a:lnTo>
                <a:lnTo>
                  <a:pt x="5412661" y="206809"/>
                </a:lnTo>
                <a:lnTo>
                  <a:pt x="5386472" y="204713"/>
                </a:lnTo>
                <a:lnTo>
                  <a:pt x="5361332" y="202719"/>
                </a:lnTo>
                <a:lnTo>
                  <a:pt x="5337158" y="200817"/>
                </a:lnTo>
                <a:lnTo>
                  <a:pt x="5313880" y="199001"/>
                </a:lnTo>
                <a:lnTo>
                  <a:pt x="5291434" y="197264"/>
                </a:lnTo>
                <a:lnTo>
                  <a:pt x="5269761" y="195600"/>
                </a:lnTo>
                <a:lnTo>
                  <a:pt x="5248812" y="194004"/>
                </a:lnTo>
                <a:lnTo>
                  <a:pt x="5228538" y="192471"/>
                </a:lnTo>
                <a:lnTo>
                  <a:pt x="5208898" y="190997"/>
                </a:lnTo>
                <a:lnTo>
                  <a:pt x="5189853" y="189577"/>
                </a:lnTo>
                <a:lnTo>
                  <a:pt x="5171368" y="188209"/>
                </a:lnTo>
                <a:lnTo>
                  <a:pt x="5153412" y="186889"/>
                </a:lnTo>
                <a:lnTo>
                  <a:pt x="5135954" y="185615"/>
                </a:lnTo>
                <a:lnTo>
                  <a:pt x="5118968" y="184383"/>
                </a:lnTo>
                <a:lnTo>
                  <a:pt x="5102430" y="183190"/>
                </a:lnTo>
                <a:lnTo>
                  <a:pt x="5086315" y="182036"/>
                </a:lnTo>
                <a:lnTo>
                  <a:pt x="5070603" y="180917"/>
                </a:lnTo>
                <a:lnTo>
                  <a:pt x="5055275" y="179833"/>
                </a:lnTo>
                <a:lnTo>
                  <a:pt x="5040312" y="178780"/>
                </a:lnTo>
                <a:lnTo>
                  <a:pt x="5025696" y="177757"/>
                </a:lnTo>
                <a:lnTo>
                  <a:pt x="5011413" y="176763"/>
                </a:lnTo>
                <a:lnTo>
                  <a:pt x="4997447" y="175797"/>
                </a:lnTo>
                <a:lnTo>
                  <a:pt x="4983785" y="174856"/>
                </a:lnTo>
                <a:lnTo>
                  <a:pt x="4970414" y="173941"/>
                </a:lnTo>
                <a:lnTo>
                  <a:pt x="4957321" y="173049"/>
                </a:lnTo>
                <a:lnTo>
                  <a:pt x="4944495" y="172179"/>
                </a:lnTo>
                <a:lnTo>
                  <a:pt x="4931926" y="171332"/>
                </a:lnTo>
                <a:lnTo>
                  <a:pt x="4919604" y="170504"/>
                </a:lnTo>
                <a:lnTo>
                  <a:pt x="4907518" y="169697"/>
                </a:lnTo>
                <a:lnTo>
                  <a:pt x="4895660" y="168908"/>
                </a:lnTo>
                <a:lnTo>
                  <a:pt x="4884022" y="168137"/>
                </a:lnTo>
                <a:lnTo>
                  <a:pt x="4872596" y="167384"/>
                </a:lnTo>
                <a:lnTo>
                  <a:pt x="4861374" y="166647"/>
                </a:lnTo>
                <a:lnTo>
                  <a:pt x="4850348" y="165926"/>
                </a:lnTo>
                <a:lnTo>
                  <a:pt x="4839513" y="165220"/>
                </a:lnTo>
                <a:lnTo>
                  <a:pt x="4828861" y="164529"/>
                </a:lnTo>
                <a:lnTo>
                  <a:pt x="4818387" y="163853"/>
                </a:lnTo>
                <a:lnTo>
                  <a:pt x="4808085" y="163189"/>
                </a:lnTo>
                <a:lnTo>
                  <a:pt x="4797948" y="162540"/>
                </a:lnTo>
                <a:lnTo>
                  <a:pt x="4787973" y="161902"/>
                </a:lnTo>
                <a:lnTo>
                  <a:pt x="4778154" y="161277"/>
                </a:lnTo>
                <a:lnTo>
                  <a:pt x="4768485" y="160664"/>
                </a:lnTo>
                <a:lnTo>
                  <a:pt x="4758963" y="160062"/>
                </a:lnTo>
                <a:lnTo>
                  <a:pt x="4749583" y="159471"/>
                </a:lnTo>
                <a:lnTo>
                  <a:pt x="4740342" y="158890"/>
                </a:lnTo>
                <a:lnTo>
                  <a:pt x="4731234" y="158320"/>
                </a:lnTo>
                <a:lnTo>
                  <a:pt x="4722256" y="157760"/>
                </a:lnTo>
                <a:lnTo>
                  <a:pt x="4713405" y="157209"/>
                </a:lnTo>
                <a:lnTo>
                  <a:pt x="4704676" y="156667"/>
                </a:lnTo>
                <a:lnTo>
                  <a:pt x="4696067" y="156135"/>
                </a:lnTo>
                <a:lnTo>
                  <a:pt x="4687575" y="155611"/>
                </a:lnTo>
                <a:lnTo>
                  <a:pt x="4679196" y="155096"/>
                </a:lnTo>
                <a:lnTo>
                  <a:pt x="4670927" y="154588"/>
                </a:lnTo>
                <a:lnTo>
                  <a:pt x="4662765" y="154089"/>
                </a:lnTo>
                <a:lnTo>
                  <a:pt x="4654708" y="153597"/>
                </a:lnTo>
                <a:lnTo>
                  <a:pt x="4646753" y="153113"/>
                </a:lnTo>
                <a:lnTo>
                  <a:pt x="4638898" y="152636"/>
                </a:lnTo>
                <a:lnTo>
                  <a:pt x="4631139" y="152166"/>
                </a:lnTo>
                <a:lnTo>
                  <a:pt x="4623475" y="151703"/>
                </a:lnTo>
                <a:lnTo>
                  <a:pt x="4615904" y="151246"/>
                </a:lnTo>
                <a:lnTo>
                  <a:pt x="4608422" y="150796"/>
                </a:lnTo>
                <a:lnTo>
                  <a:pt x="4601029" y="150352"/>
                </a:lnTo>
                <a:lnTo>
                  <a:pt x="4593721" y="149915"/>
                </a:lnTo>
                <a:lnTo>
                  <a:pt x="4586498" y="149483"/>
                </a:lnTo>
                <a:lnTo>
                  <a:pt x="4579357" y="149057"/>
                </a:lnTo>
                <a:lnTo>
                  <a:pt x="4572295" y="148636"/>
                </a:lnTo>
                <a:lnTo>
                  <a:pt x="4565313" y="148221"/>
                </a:lnTo>
                <a:lnTo>
                  <a:pt x="4558407" y="147812"/>
                </a:lnTo>
                <a:lnTo>
                  <a:pt x="4551576" y="147407"/>
                </a:lnTo>
                <a:lnTo>
                  <a:pt x="4544819" y="147008"/>
                </a:lnTo>
                <a:lnTo>
                  <a:pt x="4538133" y="146614"/>
                </a:lnTo>
                <a:lnTo>
                  <a:pt x="4531518" y="146224"/>
                </a:lnTo>
                <a:lnTo>
                  <a:pt x="4524972" y="145839"/>
                </a:lnTo>
                <a:lnTo>
                  <a:pt x="4518493" y="145459"/>
                </a:lnTo>
                <a:lnTo>
                  <a:pt x="4512080" y="145083"/>
                </a:lnTo>
                <a:lnTo>
                  <a:pt x="4505732" y="144711"/>
                </a:lnTo>
                <a:lnTo>
                  <a:pt x="4499448" y="144344"/>
                </a:lnTo>
                <a:lnTo>
                  <a:pt x="4493226" y="143981"/>
                </a:lnTo>
                <a:lnTo>
                  <a:pt x="4487065" y="143622"/>
                </a:lnTo>
                <a:lnTo>
                  <a:pt x="4480963" y="143267"/>
                </a:lnTo>
                <a:lnTo>
                  <a:pt x="4474921" y="142915"/>
                </a:lnTo>
                <a:lnTo>
                  <a:pt x="4468936" y="142568"/>
                </a:lnTo>
                <a:lnTo>
                  <a:pt x="4463007" y="142224"/>
                </a:lnTo>
                <a:lnTo>
                  <a:pt x="4457134" y="141884"/>
                </a:lnTo>
                <a:lnTo>
                  <a:pt x="4451315" y="141548"/>
                </a:lnTo>
                <a:lnTo>
                  <a:pt x="4445549" y="141214"/>
                </a:lnTo>
                <a:lnTo>
                  <a:pt x="4439836" y="140885"/>
                </a:lnTo>
                <a:lnTo>
                  <a:pt x="4434175" y="140558"/>
                </a:lnTo>
                <a:lnTo>
                  <a:pt x="4428564" y="140235"/>
                </a:lnTo>
                <a:lnTo>
                  <a:pt x="4423002" y="139915"/>
                </a:lnTo>
                <a:lnTo>
                  <a:pt x="4417490" y="139598"/>
                </a:lnTo>
                <a:lnTo>
                  <a:pt x="4412025" y="139284"/>
                </a:lnTo>
                <a:lnTo>
                  <a:pt x="4406607" y="138973"/>
                </a:lnTo>
                <a:lnTo>
                  <a:pt x="4401236" y="138665"/>
                </a:lnTo>
                <a:lnTo>
                  <a:pt x="4395910" y="138360"/>
                </a:lnTo>
                <a:lnTo>
                  <a:pt x="4390629" y="138058"/>
                </a:lnTo>
                <a:lnTo>
                  <a:pt x="4385392" y="137759"/>
                </a:lnTo>
                <a:lnTo>
                  <a:pt x="4380199" y="137462"/>
                </a:lnTo>
                <a:lnTo>
                  <a:pt x="4375048" y="137168"/>
                </a:lnTo>
                <a:lnTo>
                  <a:pt x="4369938" y="136876"/>
                </a:lnTo>
                <a:lnTo>
                  <a:pt x="4364870" y="136587"/>
                </a:lnTo>
                <a:lnTo>
                  <a:pt x="4359843" y="136300"/>
                </a:lnTo>
                <a:lnTo>
                  <a:pt x="4354855" y="136016"/>
                </a:lnTo>
                <a:lnTo>
                  <a:pt x="4349907" y="135734"/>
                </a:lnTo>
                <a:lnTo>
                  <a:pt x="4344997" y="135455"/>
                </a:lnTo>
                <a:lnTo>
                  <a:pt x="4340126" y="135178"/>
                </a:lnTo>
                <a:lnTo>
                  <a:pt x="4335291" y="134903"/>
                </a:lnTo>
                <a:lnTo>
                  <a:pt x="4330494" y="134631"/>
                </a:lnTo>
                <a:lnTo>
                  <a:pt x="4325733" y="134360"/>
                </a:lnTo>
                <a:lnTo>
                  <a:pt x="4321008" y="134092"/>
                </a:lnTo>
                <a:lnTo>
                  <a:pt x="4316318" y="133826"/>
                </a:lnTo>
                <a:lnTo>
                  <a:pt x="4311663" y="133562"/>
                </a:lnTo>
                <a:lnTo>
                  <a:pt x="4307042" y="133300"/>
                </a:lnTo>
                <a:lnTo>
                  <a:pt x="4302455" y="133040"/>
                </a:lnTo>
                <a:lnTo>
                  <a:pt x="4297901" y="132781"/>
                </a:lnTo>
                <a:lnTo>
                  <a:pt x="4293380" y="132525"/>
                </a:lnTo>
                <a:lnTo>
                  <a:pt x="4288892" y="132271"/>
                </a:lnTo>
                <a:lnTo>
                  <a:pt x="4284435" y="132019"/>
                </a:lnTo>
                <a:lnTo>
                  <a:pt x="4280009" y="131768"/>
                </a:lnTo>
                <a:lnTo>
                  <a:pt x="4275614" y="131519"/>
                </a:lnTo>
                <a:lnTo>
                  <a:pt x="4271250" y="131272"/>
                </a:lnTo>
                <a:lnTo>
                  <a:pt x="4266916" y="131027"/>
                </a:lnTo>
                <a:lnTo>
                  <a:pt x="4262612" y="130784"/>
                </a:lnTo>
                <a:lnTo>
                  <a:pt x="4258337" y="130542"/>
                </a:lnTo>
                <a:lnTo>
                  <a:pt x="4254090" y="130301"/>
                </a:lnTo>
                <a:lnTo>
                  <a:pt x="4249873" y="130063"/>
                </a:lnTo>
                <a:lnTo>
                  <a:pt x="4245683" y="129826"/>
                </a:lnTo>
                <a:lnTo>
                  <a:pt x="4241521" y="129591"/>
                </a:lnTo>
                <a:lnTo>
                  <a:pt x="4237387" y="129357"/>
                </a:lnTo>
                <a:lnTo>
                  <a:pt x="4233280" y="129125"/>
                </a:lnTo>
                <a:lnTo>
                  <a:pt x="4229199" y="128894"/>
                </a:lnTo>
                <a:lnTo>
                  <a:pt x="4225144" y="128664"/>
                </a:lnTo>
                <a:lnTo>
                  <a:pt x="4221116" y="128437"/>
                </a:lnTo>
                <a:lnTo>
                  <a:pt x="4217113" y="128210"/>
                </a:lnTo>
                <a:lnTo>
                  <a:pt x="4213136" y="127985"/>
                </a:lnTo>
                <a:lnTo>
                  <a:pt x="4209183" y="127762"/>
                </a:lnTo>
                <a:lnTo>
                  <a:pt x="4205256" y="127539"/>
                </a:lnTo>
                <a:lnTo>
                  <a:pt x="4201352" y="127319"/>
                </a:lnTo>
                <a:lnTo>
                  <a:pt x="4197473" y="127099"/>
                </a:lnTo>
                <a:lnTo>
                  <a:pt x="4193618" y="126881"/>
                </a:lnTo>
                <a:lnTo>
                  <a:pt x="4189786" y="126664"/>
                </a:lnTo>
                <a:lnTo>
                  <a:pt x="4185977" y="126448"/>
                </a:lnTo>
                <a:lnTo>
                  <a:pt x="4182191" y="126234"/>
                </a:lnTo>
                <a:lnTo>
                  <a:pt x="4178428" y="126021"/>
                </a:lnTo>
                <a:lnTo>
                  <a:pt x="4174687" y="125809"/>
                </a:lnTo>
                <a:lnTo>
                  <a:pt x="4170969" y="125598"/>
                </a:lnTo>
                <a:lnTo>
                  <a:pt x="4167272" y="125389"/>
                </a:lnTo>
                <a:lnTo>
                  <a:pt x="4163597" y="125180"/>
                </a:lnTo>
                <a:lnTo>
                  <a:pt x="4159943" y="124973"/>
                </a:lnTo>
                <a:lnTo>
                  <a:pt x="4156311" y="124767"/>
                </a:lnTo>
                <a:lnTo>
                  <a:pt x="4152699" y="124562"/>
                </a:lnTo>
                <a:lnTo>
                  <a:pt x="4149108" y="124359"/>
                </a:lnTo>
                <a:lnTo>
                  <a:pt x="4145537" y="124156"/>
                </a:lnTo>
                <a:lnTo>
                  <a:pt x="4141987" y="123954"/>
                </a:lnTo>
                <a:lnTo>
                  <a:pt x="4138456" y="123754"/>
                </a:lnTo>
                <a:lnTo>
                  <a:pt x="4134946" y="123554"/>
                </a:lnTo>
                <a:lnTo>
                  <a:pt x="4131454" y="123356"/>
                </a:lnTo>
                <a:lnTo>
                  <a:pt x="4127982" y="123158"/>
                </a:lnTo>
                <a:lnTo>
                  <a:pt x="4124529" y="122962"/>
                </a:lnTo>
                <a:lnTo>
                  <a:pt x="4121095" y="122766"/>
                </a:lnTo>
                <a:lnTo>
                  <a:pt x="4117680" y="122572"/>
                </a:lnTo>
                <a:lnTo>
                  <a:pt x="4114283" y="122378"/>
                </a:lnTo>
                <a:lnTo>
                  <a:pt x="4110904" y="122186"/>
                </a:lnTo>
                <a:lnTo>
                  <a:pt x="4107544" y="121994"/>
                </a:lnTo>
                <a:lnTo>
                  <a:pt x="4104201" y="121804"/>
                </a:lnTo>
                <a:lnTo>
                  <a:pt x="4100876" y="121614"/>
                </a:lnTo>
                <a:lnTo>
                  <a:pt x="4097568" y="121425"/>
                </a:lnTo>
                <a:lnTo>
                  <a:pt x="4094278" y="121237"/>
                </a:lnTo>
                <a:lnTo>
                  <a:pt x="4091005" y="121050"/>
                </a:lnTo>
                <a:lnTo>
                  <a:pt x="4087749" y="120864"/>
                </a:lnTo>
                <a:lnTo>
                  <a:pt x="4084509" y="120679"/>
                </a:lnTo>
                <a:lnTo>
                  <a:pt x="4081287" y="120494"/>
                </a:lnTo>
                <a:lnTo>
                  <a:pt x="4078080" y="120311"/>
                </a:lnTo>
                <a:lnTo>
                  <a:pt x="4074890" y="120128"/>
                </a:lnTo>
                <a:lnTo>
                  <a:pt x="4071716" y="119946"/>
                </a:lnTo>
                <a:lnTo>
                  <a:pt x="4068558" y="119765"/>
                </a:lnTo>
                <a:lnTo>
                  <a:pt x="4065416" y="119584"/>
                </a:lnTo>
                <a:lnTo>
                  <a:pt x="4062290" y="119405"/>
                </a:lnTo>
                <a:lnTo>
                  <a:pt x="4059179" y="119226"/>
                </a:lnTo>
                <a:lnTo>
                  <a:pt x="4056083" y="119048"/>
                </a:lnTo>
                <a:lnTo>
                  <a:pt x="4053002" y="118871"/>
                </a:lnTo>
                <a:lnTo>
                  <a:pt x="4049937" y="118695"/>
                </a:lnTo>
                <a:lnTo>
                  <a:pt x="4046886" y="118519"/>
                </a:lnTo>
                <a:lnTo>
                  <a:pt x="4043850" y="118344"/>
                </a:lnTo>
                <a:lnTo>
                  <a:pt x="4040829" y="118170"/>
                </a:lnTo>
                <a:lnTo>
                  <a:pt x="4037822" y="117997"/>
                </a:lnTo>
                <a:lnTo>
                  <a:pt x="4034830" y="117824"/>
                </a:lnTo>
                <a:lnTo>
                  <a:pt x="4031851" y="117652"/>
                </a:lnTo>
                <a:lnTo>
                  <a:pt x="4028887" y="117481"/>
                </a:lnTo>
                <a:lnTo>
                  <a:pt x="4025936" y="117310"/>
                </a:lnTo>
                <a:lnTo>
                  <a:pt x="4023000" y="117140"/>
                </a:lnTo>
                <a:lnTo>
                  <a:pt x="4020077" y="116971"/>
                </a:lnTo>
                <a:lnTo>
                  <a:pt x="4017168" y="116802"/>
                </a:lnTo>
                <a:lnTo>
                  <a:pt x="4014272" y="116634"/>
                </a:lnTo>
                <a:lnTo>
                  <a:pt x="4011389" y="116467"/>
                </a:lnTo>
                <a:lnTo>
                  <a:pt x="4008519" y="116300"/>
                </a:lnTo>
                <a:lnTo>
                  <a:pt x="4005663" y="116134"/>
                </a:lnTo>
                <a:lnTo>
                  <a:pt x="4002819" y="115969"/>
                </a:lnTo>
                <a:lnTo>
                  <a:pt x="3999988" y="115804"/>
                </a:lnTo>
                <a:lnTo>
                  <a:pt x="3997170" y="115640"/>
                </a:lnTo>
                <a:lnTo>
                  <a:pt x="3994365" y="115477"/>
                </a:lnTo>
                <a:lnTo>
                  <a:pt x="3991572" y="115314"/>
                </a:lnTo>
                <a:lnTo>
                  <a:pt x="3988791" y="115152"/>
                </a:lnTo>
                <a:lnTo>
                  <a:pt x="3986023" y="114990"/>
                </a:lnTo>
                <a:lnTo>
                  <a:pt x="3983266" y="114829"/>
                </a:lnTo>
                <a:lnTo>
                  <a:pt x="3980522" y="114669"/>
                </a:lnTo>
                <a:lnTo>
                  <a:pt x="3977790" y="114509"/>
                </a:lnTo>
                <a:lnTo>
                  <a:pt x="3975069" y="114349"/>
                </a:lnTo>
                <a:lnTo>
                  <a:pt x="3972360" y="114191"/>
                </a:lnTo>
                <a:lnTo>
                  <a:pt x="3969663" y="114032"/>
                </a:lnTo>
                <a:lnTo>
                  <a:pt x="3966978" y="113875"/>
                </a:lnTo>
                <a:lnTo>
                  <a:pt x="3964303" y="113718"/>
                </a:lnTo>
                <a:lnTo>
                  <a:pt x="3961641" y="113561"/>
                </a:lnTo>
                <a:lnTo>
                  <a:pt x="3958989" y="113405"/>
                </a:lnTo>
                <a:lnTo>
                  <a:pt x="3956348" y="113250"/>
                </a:lnTo>
                <a:lnTo>
                  <a:pt x="3953719" y="113095"/>
                </a:lnTo>
                <a:lnTo>
                  <a:pt x="3951101" y="112940"/>
                </a:lnTo>
                <a:lnTo>
                  <a:pt x="3948493" y="112787"/>
                </a:lnTo>
                <a:lnTo>
                  <a:pt x="3945896" y="112633"/>
                </a:lnTo>
                <a:lnTo>
                  <a:pt x="3943310" y="112480"/>
                </a:lnTo>
                <a:lnTo>
                  <a:pt x="3940734" y="112328"/>
                </a:lnTo>
                <a:lnTo>
                  <a:pt x="3938169" y="112176"/>
                </a:lnTo>
                <a:lnTo>
                  <a:pt x="3935615" y="112025"/>
                </a:lnTo>
                <a:lnTo>
                  <a:pt x="3933071" y="111874"/>
                </a:lnTo>
                <a:lnTo>
                  <a:pt x="3930537" y="111724"/>
                </a:lnTo>
                <a:lnTo>
                  <a:pt x="3928013" y="111574"/>
                </a:lnTo>
                <a:lnTo>
                  <a:pt x="3925499" y="111424"/>
                </a:lnTo>
                <a:lnTo>
                  <a:pt x="3922995" y="111275"/>
                </a:lnTo>
                <a:lnTo>
                  <a:pt x="3920501" y="111127"/>
                </a:lnTo>
                <a:lnTo>
                  <a:pt x="3918018" y="110979"/>
                </a:lnTo>
                <a:lnTo>
                  <a:pt x="3915543" y="110831"/>
                </a:lnTo>
                <a:lnTo>
                  <a:pt x="3913079" y="110684"/>
                </a:lnTo>
                <a:lnTo>
                  <a:pt x="3910624" y="110538"/>
                </a:lnTo>
                <a:lnTo>
                  <a:pt x="3908179" y="110391"/>
                </a:lnTo>
                <a:lnTo>
                  <a:pt x="3905743" y="110246"/>
                </a:lnTo>
                <a:lnTo>
                  <a:pt x="3903317" y="110100"/>
                </a:lnTo>
                <a:lnTo>
                  <a:pt x="3900900" y="109955"/>
                </a:lnTo>
                <a:lnTo>
                  <a:pt x="3898492" y="109811"/>
                </a:lnTo>
                <a:lnTo>
                  <a:pt x="3896093" y="109667"/>
                </a:lnTo>
                <a:lnTo>
                  <a:pt x="3893704" y="109523"/>
                </a:lnTo>
                <a:lnTo>
                  <a:pt x="3891323" y="109380"/>
                </a:lnTo>
                <a:lnTo>
                  <a:pt x="3888952" y="109237"/>
                </a:lnTo>
                <a:lnTo>
                  <a:pt x="3886589" y="109095"/>
                </a:lnTo>
                <a:lnTo>
                  <a:pt x="3884236" y="108953"/>
                </a:lnTo>
                <a:lnTo>
                  <a:pt x="3881891" y="108812"/>
                </a:lnTo>
                <a:lnTo>
                  <a:pt x="3879555" y="108671"/>
                </a:lnTo>
                <a:lnTo>
                  <a:pt x="3877227" y="108530"/>
                </a:lnTo>
                <a:lnTo>
                  <a:pt x="3874908" y="108389"/>
                </a:lnTo>
                <a:lnTo>
                  <a:pt x="3872598" y="108250"/>
                </a:lnTo>
                <a:lnTo>
                  <a:pt x="3870296" y="108110"/>
                </a:lnTo>
                <a:lnTo>
                  <a:pt x="3868002" y="107971"/>
                </a:lnTo>
                <a:lnTo>
                  <a:pt x="3865717" y="107832"/>
                </a:lnTo>
                <a:lnTo>
                  <a:pt x="3863440" y="107694"/>
                </a:lnTo>
                <a:lnTo>
                  <a:pt x="3861171" y="107556"/>
                </a:lnTo>
                <a:lnTo>
                  <a:pt x="3858911" y="107418"/>
                </a:lnTo>
                <a:lnTo>
                  <a:pt x="3856658" y="107281"/>
                </a:lnTo>
                <a:lnTo>
                  <a:pt x="3854414" y="107144"/>
                </a:lnTo>
                <a:lnTo>
                  <a:pt x="3852177" y="107007"/>
                </a:lnTo>
                <a:lnTo>
                  <a:pt x="3849949" y="106871"/>
                </a:lnTo>
                <a:lnTo>
                  <a:pt x="3847728" y="106735"/>
                </a:lnTo>
                <a:lnTo>
                  <a:pt x="3845515" y="106600"/>
                </a:lnTo>
                <a:lnTo>
                  <a:pt x="3843310" y="106465"/>
                </a:lnTo>
                <a:lnTo>
                  <a:pt x="3841113" y="106330"/>
                </a:lnTo>
                <a:lnTo>
                  <a:pt x="3838923" y="106196"/>
                </a:lnTo>
                <a:lnTo>
                  <a:pt x="3836741" y="106061"/>
                </a:lnTo>
                <a:lnTo>
                  <a:pt x="3834567" y="105928"/>
                </a:lnTo>
                <a:lnTo>
                  <a:pt x="3832400" y="105794"/>
                </a:lnTo>
                <a:lnTo>
                  <a:pt x="3830240" y="105661"/>
                </a:lnTo>
                <a:lnTo>
                  <a:pt x="3828088" y="105529"/>
                </a:lnTo>
                <a:lnTo>
                  <a:pt x="3825943" y="105396"/>
                </a:lnTo>
                <a:lnTo>
                  <a:pt x="3823806" y="105264"/>
                </a:lnTo>
                <a:lnTo>
                  <a:pt x="3821675" y="105132"/>
                </a:lnTo>
                <a:lnTo>
                  <a:pt x="3819552" y="105001"/>
                </a:lnTo>
                <a:lnTo>
                  <a:pt x="3817436" y="104870"/>
                </a:lnTo>
                <a:lnTo>
                  <a:pt x="3815328" y="104739"/>
                </a:lnTo>
                <a:lnTo>
                  <a:pt x="3813226" y="104609"/>
                </a:lnTo>
                <a:lnTo>
                  <a:pt x="3811131" y="104478"/>
                </a:lnTo>
                <a:lnTo>
                  <a:pt x="3809043" y="104349"/>
                </a:lnTo>
                <a:lnTo>
                  <a:pt x="3806962" y="104219"/>
                </a:lnTo>
                <a:lnTo>
                  <a:pt x="3804888" y="104090"/>
                </a:lnTo>
                <a:lnTo>
                  <a:pt x="3802821" y="103961"/>
                </a:lnTo>
                <a:lnTo>
                  <a:pt x="3800761" y="103832"/>
                </a:lnTo>
                <a:lnTo>
                  <a:pt x="3798707" y="103704"/>
                </a:lnTo>
                <a:lnTo>
                  <a:pt x="3796660" y="103576"/>
                </a:lnTo>
                <a:lnTo>
                  <a:pt x="3794620" y="103448"/>
                </a:lnTo>
                <a:lnTo>
                  <a:pt x="3792586" y="103321"/>
                </a:lnTo>
                <a:lnTo>
                  <a:pt x="3790559" y="103194"/>
                </a:lnTo>
                <a:lnTo>
                  <a:pt x="3788538" y="103067"/>
                </a:lnTo>
                <a:lnTo>
                  <a:pt x="3786524" y="102940"/>
                </a:lnTo>
                <a:lnTo>
                  <a:pt x="3784516" y="102814"/>
                </a:lnTo>
                <a:lnTo>
                  <a:pt x="3782515" y="102688"/>
                </a:lnTo>
                <a:lnTo>
                  <a:pt x="3780519" y="102562"/>
                </a:lnTo>
                <a:lnTo>
                  <a:pt x="3778531" y="102437"/>
                </a:lnTo>
                <a:lnTo>
                  <a:pt x="3776548" y="102312"/>
                </a:lnTo>
                <a:lnTo>
                  <a:pt x="3774572" y="102187"/>
                </a:lnTo>
                <a:lnTo>
                  <a:pt x="3772602" y="102062"/>
                </a:lnTo>
                <a:lnTo>
                  <a:pt x="3770638" y="101938"/>
                </a:lnTo>
                <a:lnTo>
                  <a:pt x="3768681" y="101814"/>
                </a:lnTo>
                <a:lnTo>
                  <a:pt x="3766729" y="101690"/>
                </a:lnTo>
                <a:lnTo>
                  <a:pt x="3764783" y="101567"/>
                </a:lnTo>
                <a:lnTo>
                  <a:pt x="3762844" y="101443"/>
                </a:lnTo>
                <a:lnTo>
                  <a:pt x="3760910" y="101320"/>
                </a:lnTo>
                <a:lnTo>
                  <a:pt x="3758982" y="101198"/>
                </a:lnTo>
                <a:lnTo>
                  <a:pt x="3757060" y="101075"/>
                </a:lnTo>
                <a:lnTo>
                  <a:pt x="3755144" y="100953"/>
                </a:lnTo>
                <a:lnTo>
                  <a:pt x="3753234" y="100831"/>
                </a:lnTo>
                <a:lnTo>
                  <a:pt x="3751330" y="100709"/>
                </a:lnTo>
                <a:lnTo>
                  <a:pt x="3749431" y="100588"/>
                </a:lnTo>
                <a:lnTo>
                  <a:pt x="3747539" y="100467"/>
                </a:lnTo>
                <a:lnTo>
                  <a:pt x="3745651" y="100346"/>
                </a:lnTo>
                <a:lnTo>
                  <a:pt x="3743770" y="100225"/>
                </a:lnTo>
                <a:lnTo>
                  <a:pt x="3741894" y="100104"/>
                </a:lnTo>
                <a:lnTo>
                  <a:pt x="3740024" y="99984"/>
                </a:lnTo>
                <a:lnTo>
                  <a:pt x="3738159" y="99864"/>
                </a:lnTo>
                <a:lnTo>
                  <a:pt x="3736300" y="99745"/>
                </a:lnTo>
                <a:lnTo>
                  <a:pt x="3734446" y="99625"/>
                </a:lnTo>
                <a:lnTo>
                  <a:pt x="3732597" y="99506"/>
                </a:lnTo>
                <a:lnTo>
                  <a:pt x="3730754" y="99387"/>
                </a:lnTo>
                <a:lnTo>
                  <a:pt x="3728917" y="99268"/>
                </a:lnTo>
                <a:lnTo>
                  <a:pt x="3727085" y="99149"/>
                </a:lnTo>
                <a:lnTo>
                  <a:pt x="3725258" y="99031"/>
                </a:lnTo>
                <a:lnTo>
                  <a:pt x="3723436" y="98913"/>
                </a:lnTo>
                <a:lnTo>
                  <a:pt x="3721620" y="98795"/>
                </a:lnTo>
                <a:lnTo>
                  <a:pt x="3719809" y="98677"/>
                </a:lnTo>
                <a:lnTo>
                  <a:pt x="3718003" y="98560"/>
                </a:lnTo>
                <a:lnTo>
                  <a:pt x="3716203" y="98443"/>
                </a:lnTo>
                <a:lnTo>
                  <a:pt x="3714407" y="98326"/>
                </a:lnTo>
                <a:lnTo>
                  <a:pt x="3712617" y="98209"/>
                </a:lnTo>
                <a:lnTo>
                  <a:pt x="3710831" y="98092"/>
                </a:lnTo>
                <a:lnTo>
                  <a:pt x="3709051" y="97976"/>
                </a:lnTo>
                <a:lnTo>
                  <a:pt x="3707276" y="97860"/>
                </a:lnTo>
                <a:lnTo>
                  <a:pt x="3705506" y="97744"/>
                </a:lnTo>
                <a:lnTo>
                  <a:pt x="3703740" y="97628"/>
                </a:lnTo>
                <a:lnTo>
                  <a:pt x="3701980" y="97513"/>
                </a:lnTo>
                <a:lnTo>
                  <a:pt x="3700225" y="97398"/>
                </a:lnTo>
                <a:lnTo>
                  <a:pt x="3698474" y="97283"/>
                </a:lnTo>
                <a:lnTo>
                  <a:pt x="3696728" y="97168"/>
                </a:lnTo>
                <a:lnTo>
                  <a:pt x="3694988" y="97053"/>
                </a:lnTo>
                <a:lnTo>
                  <a:pt x="3693252" y="96939"/>
                </a:lnTo>
                <a:lnTo>
                  <a:pt x="3691520" y="96824"/>
                </a:lnTo>
                <a:lnTo>
                  <a:pt x="3689794" y="96710"/>
                </a:lnTo>
                <a:lnTo>
                  <a:pt x="3688072" y="96597"/>
                </a:lnTo>
                <a:lnTo>
                  <a:pt x="3686355" y="96483"/>
                </a:lnTo>
                <a:lnTo>
                  <a:pt x="3684643" y="96370"/>
                </a:lnTo>
                <a:lnTo>
                  <a:pt x="3682935" y="96256"/>
                </a:lnTo>
                <a:lnTo>
                  <a:pt x="3681232" y="96143"/>
                </a:lnTo>
                <a:lnTo>
                  <a:pt x="3679534" y="96031"/>
                </a:lnTo>
                <a:lnTo>
                  <a:pt x="3677840" y="95918"/>
                </a:lnTo>
                <a:lnTo>
                  <a:pt x="3676150" y="95805"/>
                </a:lnTo>
                <a:lnTo>
                  <a:pt x="3674465" y="95693"/>
                </a:lnTo>
                <a:lnTo>
                  <a:pt x="3672785" y="95581"/>
                </a:lnTo>
                <a:lnTo>
                  <a:pt x="3671109" y="95469"/>
                </a:lnTo>
                <a:lnTo>
                  <a:pt x="3669438" y="95358"/>
                </a:lnTo>
                <a:lnTo>
                  <a:pt x="3667771" y="95246"/>
                </a:lnTo>
                <a:lnTo>
                  <a:pt x="3666109" y="95135"/>
                </a:lnTo>
                <a:lnTo>
                  <a:pt x="3664450" y="95024"/>
                </a:lnTo>
                <a:lnTo>
                  <a:pt x="3662797" y="94913"/>
                </a:lnTo>
                <a:lnTo>
                  <a:pt x="3661147" y="94802"/>
                </a:lnTo>
                <a:lnTo>
                  <a:pt x="3659502" y="94692"/>
                </a:lnTo>
                <a:lnTo>
                  <a:pt x="3657861" y="94581"/>
                </a:lnTo>
                <a:lnTo>
                  <a:pt x="3656225" y="94471"/>
                </a:lnTo>
                <a:lnTo>
                  <a:pt x="3654592" y="94361"/>
                </a:lnTo>
                <a:lnTo>
                  <a:pt x="3652964" y="94251"/>
                </a:lnTo>
                <a:lnTo>
                  <a:pt x="3651340" y="94142"/>
                </a:lnTo>
                <a:lnTo>
                  <a:pt x="3649721" y="94032"/>
                </a:lnTo>
                <a:lnTo>
                  <a:pt x="3648105" y="93923"/>
                </a:lnTo>
                <a:lnTo>
                  <a:pt x="3646494" y="93814"/>
                </a:lnTo>
                <a:lnTo>
                  <a:pt x="3644887" y="93705"/>
                </a:lnTo>
                <a:lnTo>
                  <a:pt x="3643284" y="93596"/>
                </a:lnTo>
                <a:lnTo>
                  <a:pt x="3641684" y="93487"/>
                </a:lnTo>
                <a:lnTo>
                  <a:pt x="3640089" y="93379"/>
                </a:lnTo>
                <a:lnTo>
                  <a:pt x="3638498" y="93271"/>
                </a:lnTo>
                <a:lnTo>
                  <a:pt x="3636912" y="93163"/>
                </a:lnTo>
                <a:lnTo>
                  <a:pt x="3635329" y="93055"/>
                </a:lnTo>
                <a:lnTo>
                  <a:pt x="3633750" y="92947"/>
                </a:lnTo>
                <a:lnTo>
                  <a:pt x="3632175" y="92839"/>
                </a:lnTo>
                <a:lnTo>
                  <a:pt x="3630603" y="92732"/>
                </a:lnTo>
                <a:lnTo>
                  <a:pt x="3629036" y="92625"/>
                </a:lnTo>
                <a:lnTo>
                  <a:pt x="3627473" y="92518"/>
                </a:lnTo>
                <a:lnTo>
                  <a:pt x="3625914" y="92411"/>
                </a:lnTo>
                <a:lnTo>
                  <a:pt x="3624358" y="92304"/>
                </a:lnTo>
                <a:lnTo>
                  <a:pt x="3622806" y="92197"/>
                </a:lnTo>
                <a:lnTo>
                  <a:pt x="3621259" y="92091"/>
                </a:lnTo>
                <a:lnTo>
                  <a:pt x="3619715" y="91985"/>
                </a:lnTo>
                <a:lnTo>
                  <a:pt x="3618174" y="91879"/>
                </a:lnTo>
                <a:lnTo>
                  <a:pt x="3616638" y="91773"/>
                </a:lnTo>
                <a:lnTo>
                  <a:pt x="3615105" y="91667"/>
                </a:lnTo>
                <a:lnTo>
                  <a:pt x="3613576" y="91561"/>
                </a:lnTo>
                <a:lnTo>
                  <a:pt x="3612051" y="91456"/>
                </a:lnTo>
                <a:lnTo>
                  <a:pt x="3610529" y="91350"/>
                </a:lnTo>
                <a:lnTo>
                  <a:pt x="3609011" y="91245"/>
                </a:lnTo>
                <a:lnTo>
                  <a:pt x="3607497" y="91140"/>
                </a:lnTo>
                <a:lnTo>
                  <a:pt x="3605986" y="91035"/>
                </a:lnTo>
                <a:lnTo>
                  <a:pt x="3604479" y="90931"/>
                </a:lnTo>
                <a:lnTo>
                  <a:pt x="3602976" y="90826"/>
                </a:lnTo>
                <a:lnTo>
                  <a:pt x="3601476" y="90722"/>
                </a:lnTo>
                <a:lnTo>
                  <a:pt x="3599979" y="90617"/>
                </a:lnTo>
                <a:lnTo>
                  <a:pt x="3598487" y="90513"/>
                </a:lnTo>
                <a:lnTo>
                  <a:pt x="3596998" y="90409"/>
                </a:lnTo>
                <a:lnTo>
                  <a:pt x="3595512" y="90305"/>
                </a:lnTo>
                <a:lnTo>
                  <a:pt x="3591813" y="90047"/>
                </a:lnTo>
                <a:lnTo>
                  <a:pt x="3585940" y="89634"/>
                </a:lnTo>
                <a:lnTo>
                  <a:pt x="3580121" y="89224"/>
                </a:lnTo>
                <a:lnTo>
                  <a:pt x="3574355" y="88816"/>
                </a:lnTo>
                <a:lnTo>
                  <a:pt x="3568642" y="88411"/>
                </a:lnTo>
                <a:lnTo>
                  <a:pt x="3562981" y="88007"/>
                </a:lnTo>
                <a:lnTo>
                  <a:pt x="3557370" y="87606"/>
                </a:lnTo>
                <a:lnTo>
                  <a:pt x="3551808" y="87206"/>
                </a:lnTo>
                <a:lnTo>
                  <a:pt x="3546296" y="86809"/>
                </a:lnTo>
                <a:lnTo>
                  <a:pt x="3540831" y="86414"/>
                </a:lnTo>
                <a:lnTo>
                  <a:pt x="3535413" y="86020"/>
                </a:lnTo>
                <a:lnTo>
                  <a:pt x="3530042" y="85629"/>
                </a:lnTo>
                <a:lnTo>
                  <a:pt x="3524716" y="85239"/>
                </a:lnTo>
                <a:lnTo>
                  <a:pt x="3519435" y="84851"/>
                </a:lnTo>
                <a:lnTo>
                  <a:pt x="3514199" y="84465"/>
                </a:lnTo>
                <a:lnTo>
                  <a:pt x="3509005" y="84081"/>
                </a:lnTo>
                <a:lnTo>
                  <a:pt x="3503854" y="83699"/>
                </a:lnTo>
                <a:lnTo>
                  <a:pt x="3498744" y="83318"/>
                </a:lnTo>
                <a:lnTo>
                  <a:pt x="3493676" y="82940"/>
                </a:lnTo>
                <a:lnTo>
                  <a:pt x="3488649" y="82562"/>
                </a:lnTo>
                <a:lnTo>
                  <a:pt x="3483661" y="82187"/>
                </a:lnTo>
                <a:lnTo>
                  <a:pt x="3478713" y="81813"/>
                </a:lnTo>
                <a:lnTo>
                  <a:pt x="3473803" y="81441"/>
                </a:lnTo>
                <a:lnTo>
                  <a:pt x="3468932" y="81070"/>
                </a:lnTo>
                <a:lnTo>
                  <a:pt x="3464098" y="80701"/>
                </a:lnTo>
                <a:lnTo>
                  <a:pt x="3459300" y="80333"/>
                </a:lnTo>
                <a:lnTo>
                  <a:pt x="3454540" y="79967"/>
                </a:lnTo>
                <a:lnTo>
                  <a:pt x="3449814" y="79602"/>
                </a:lnTo>
                <a:lnTo>
                  <a:pt x="3445125" y="79239"/>
                </a:lnTo>
                <a:lnTo>
                  <a:pt x="3440470" y="78878"/>
                </a:lnTo>
                <a:lnTo>
                  <a:pt x="3435849" y="78517"/>
                </a:lnTo>
                <a:lnTo>
                  <a:pt x="3431262" y="78159"/>
                </a:lnTo>
                <a:lnTo>
                  <a:pt x="3426708" y="77801"/>
                </a:lnTo>
                <a:lnTo>
                  <a:pt x="3422187" y="77445"/>
                </a:lnTo>
                <a:lnTo>
                  <a:pt x="3417698" y="77090"/>
                </a:lnTo>
                <a:lnTo>
                  <a:pt x="3413241" y="76737"/>
                </a:lnTo>
                <a:lnTo>
                  <a:pt x="3408815" y="76385"/>
                </a:lnTo>
                <a:lnTo>
                  <a:pt x="3404420" y="76034"/>
                </a:lnTo>
                <a:lnTo>
                  <a:pt x="3400056" y="75685"/>
                </a:lnTo>
                <a:lnTo>
                  <a:pt x="3395722" y="75337"/>
                </a:lnTo>
                <a:lnTo>
                  <a:pt x="3391418" y="74990"/>
                </a:lnTo>
                <a:lnTo>
                  <a:pt x="3387143" y="74644"/>
                </a:lnTo>
                <a:lnTo>
                  <a:pt x="3382897" y="74300"/>
                </a:lnTo>
                <a:lnTo>
                  <a:pt x="3378679" y="73957"/>
                </a:lnTo>
                <a:lnTo>
                  <a:pt x="3374489" y="73614"/>
                </a:lnTo>
                <a:lnTo>
                  <a:pt x="3370328" y="73274"/>
                </a:lnTo>
                <a:lnTo>
                  <a:pt x="3366193" y="72934"/>
                </a:lnTo>
                <a:lnTo>
                  <a:pt x="3362086" y="72596"/>
                </a:lnTo>
                <a:lnTo>
                  <a:pt x="3358005" y="72258"/>
                </a:lnTo>
                <a:lnTo>
                  <a:pt x="3353951" y="71922"/>
                </a:lnTo>
                <a:lnTo>
                  <a:pt x="3349922" y="71587"/>
                </a:lnTo>
                <a:lnTo>
                  <a:pt x="3345919" y="71253"/>
                </a:lnTo>
                <a:lnTo>
                  <a:pt x="3341942" y="70920"/>
                </a:lnTo>
                <a:lnTo>
                  <a:pt x="3337989" y="70588"/>
                </a:lnTo>
                <a:lnTo>
                  <a:pt x="3334062" y="70258"/>
                </a:lnTo>
                <a:lnTo>
                  <a:pt x="3330158" y="69928"/>
                </a:lnTo>
                <a:lnTo>
                  <a:pt x="3326279" y="69600"/>
                </a:lnTo>
                <a:lnTo>
                  <a:pt x="3322424" y="69272"/>
                </a:lnTo>
                <a:lnTo>
                  <a:pt x="3318592" y="68946"/>
                </a:lnTo>
                <a:lnTo>
                  <a:pt x="3314783" y="68620"/>
                </a:lnTo>
                <a:lnTo>
                  <a:pt x="3310997" y="68296"/>
                </a:lnTo>
                <a:lnTo>
                  <a:pt x="3307234" y="67972"/>
                </a:lnTo>
                <a:lnTo>
                  <a:pt x="3303494" y="67650"/>
                </a:lnTo>
                <a:lnTo>
                  <a:pt x="3299775" y="67329"/>
                </a:lnTo>
                <a:lnTo>
                  <a:pt x="3296078" y="67008"/>
                </a:lnTo>
                <a:lnTo>
                  <a:pt x="3292403" y="66689"/>
                </a:lnTo>
                <a:lnTo>
                  <a:pt x="3288750" y="66370"/>
                </a:lnTo>
                <a:lnTo>
                  <a:pt x="3285117" y="66053"/>
                </a:lnTo>
                <a:lnTo>
                  <a:pt x="3281505" y="65736"/>
                </a:lnTo>
                <a:lnTo>
                  <a:pt x="3277914" y="65421"/>
                </a:lnTo>
                <a:lnTo>
                  <a:pt x="3274344" y="65106"/>
                </a:lnTo>
                <a:lnTo>
                  <a:pt x="3270793" y="64792"/>
                </a:lnTo>
                <a:lnTo>
                  <a:pt x="3267263" y="64480"/>
                </a:lnTo>
                <a:lnTo>
                  <a:pt x="3263752" y="64168"/>
                </a:lnTo>
                <a:lnTo>
                  <a:pt x="3260260" y="63857"/>
                </a:lnTo>
                <a:lnTo>
                  <a:pt x="3256788" y="63547"/>
                </a:lnTo>
                <a:lnTo>
                  <a:pt x="3253336" y="63238"/>
                </a:lnTo>
                <a:lnTo>
                  <a:pt x="3249901" y="62930"/>
                </a:lnTo>
                <a:lnTo>
                  <a:pt x="3246486" y="62622"/>
                </a:lnTo>
                <a:lnTo>
                  <a:pt x="3243089" y="62316"/>
                </a:lnTo>
                <a:lnTo>
                  <a:pt x="3239710" y="62010"/>
                </a:lnTo>
                <a:lnTo>
                  <a:pt x="3236350" y="61706"/>
                </a:lnTo>
                <a:lnTo>
                  <a:pt x="3233007" y="61402"/>
                </a:lnTo>
                <a:lnTo>
                  <a:pt x="3229682" y="61099"/>
                </a:lnTo>
                <a:lnTo>
                  <a:pt x="3226374" y="60797"/>
                </a:lnTo>
                <a:lnTo>
                  <a:pt x="3223084" y="60495"/>
                </a:lnTo>
                <a:lnTo>
                  <a:pt x="3219811" y="60195"/>
                </a:lnTo>
                <a:lnTo>
                  <a:pt x="3216555" y="59896"/>
                </a:lnTo>
                <a:lnTo>
                  <a:pt x="3213316" y="59597"/>
                </a:lnTo>
                <a:lnTo>
                  <a:pt x="3210093" y="59299"/>
                </a:lnTo>
                <a:lnTo>
                  <a:pt x="3206887" y="59002"/>
                </a:lnTo>
                <a:lnTo>
                  <a:pt x="3203697" y="58706"/>
                </a:lnTo>
                <a:lnTo>
                  <a:pt x="3200523" y="58410"/>
                </a:lnTo>
                <a:lnTo>
                  <a:pt x="3197365" y="58116"/>
                </a:lnTo>
                <a:lnTo>
                  <a:pt x="3194222" y="57822"/>
                </a:lnTo>
                <a:lnTo>
                  <a:pt x="3191096" y="57529"/>
                </a:lnTo>
                <a:lnTo>
                  <a:pt x="3187985" y="57237"/>
                </a:lnTo>
                <a:lnTo>
                  <a:pt x="3184889" y="56946"/>
                </a:lnTo>
                <a:lnTo>
                  <a:pt x="3181809" y="56655"/>
                </a:lnTo>
                <a:lnTo>
                  <a:pt x="3178743" y="56365"/>
                </a:lnTo>
                <a:lnTo>
                  <a:pt x="3175692" y="56076"/>
                </a:lnTo>
                <a:lnTo>
                  <a:pt x="3172656" y="55788"/>
                </a:lnTo>
                <a:lnTo>
                  <a:pt x="3169635" y="55501"/>
                </a:lnTo>
                <a:lnTo>
                  <a:pt x="3166628" y="55214"/>
                </a:lnTo>
                <a:lnTo>
                  <a:pt x="3163636" y="54929"/>
                </a:lnTo>
                <a:lnTo>
                  <a:pt x="3160657" y="54644"/>
                </a:lnTo>
                <a:lnTo>
                  <a:pt x="3157693" y="54359"/>
                </a:lnTo>
                <a:lnTo>
                  <a:pt x="3154743" y="54076"/>
                </a:lnTo>
                <a:lnTo>
                  <a:pt x="3151806" y="53793"/>
                </a:lnTo>
                <a:lnTo>
                  <a:pt x="3148883" y="53511"/>
                </a:lnTo>
                <a:lnTo>
                  <a:pt x="3145974" y="53230"/>
                </a:lnTo>
                <a:lnTo>
                  <a:pt x="3143078" y="52950"/>
                </a:lnTo>
                <a:lnTo>
                  <a:pt x="3140195" y="52670"/>
                </a:lnTo>
                <a:lnTo>
                  <a:pt x="3137325" y="52391"/>
                </a:lnTo>
                <a:lnTo>
                  <a:pt x="3134469" y="52113"/>
                </a:lnTo>
                <a:lnTo>
                  <a:pt x="3131625" y="51836"/>
                </a:lnTo>
                <a:lnTo>
                  <a:pt x="3128794" y="51559"/>
                </a:lnTo>
                <a:lnTo>
                  <a:pt x="3125976" y="51283"/>
                </a:lnTo>
                <a:lnTo>
                  <a:pt x="3123171" y="51008"/>
                </a:lnTo>
                <a:lnTo>
                  <a:pt x="3120378" y="50734"/>
                </a:lnTo>
                <a:lnTo>
                  <a:pt x="3117597" y="50460"/>
                </a:lnTo>
                <a:lnTo>
                  <a:pt x="3114829" y="50187"/>
                </a:lnTo>
                <a:lnTo>
                  <a:pt x="3112072" y="49915"/>
                </a:lnTo>
                <a:lnTo>
                  <a:pt x="3109328" y="49644"/>
                </a:lnTo>
                <a:lnTo>
                  <a:pt x="3106596" y="49373"/>
                </a:lnTo>
                <a:lnTo>
                  <a:pt x="3103875" y="49103"/>
                </a:lnTo>
                <a:lnTo>
                  <a:pt x="3101167" y="48834"/>
                </a:lnTo>
                <a:lnTo>
                  <a:pt x="3098469" y="48566"/>
                </a:lnTo>
                <a:lnTo>
                  <a:pt x="3095784" y="48298"/>
                </a:lnTo>
                <a:lnTo>
                  <a:pt x="3093110" y="48031"/>
                </a:lnTo>
                <a:lnTo>
                  <a:pt x="3090447" y="47765"/>
                </a:lnTo>
                <a:lnTo>
                  <a:pt x="3087795" y="47499"/>
                </a:lnTo>
                <a:lnTo>
                  <a:pt x="3085155" y="47234"/>
                </a:lnTo>
                <a:lnTo>
                  <a:pt x="3082525" y="46970"/>
                </a:lnTo>
                <a:lnTo>
                  <a:pt x="3079907" y="46707"/>
                </a:lnTo>
                <a:lnTo>
                  <a:pt x="3077299" y="46444"/>
                </a:lnTo>
                <a:lnTo>
                  <a:pt x="3074702" y="46183"/>
                </a:lnTo>
                <a:lnTo>
                  <a:pt x="3072116" y="45921"/>
                </a:lnTo>
                <a:lnTo>
                  <a:pt x="3069541" y="45661"/>
                </a:lnTo>
                <a:lnTo>
                  <a:pt x="3066976" y="45401"/>
                </a:lnTo>
                <a:lnTo>
                  <a:pt x="3064421" y="45142"/>
                </a:lnTo>
                <a:lnTo>
                  <a:pt x="3061877" y="44884"/>
                </a:lnTo>
                <a:lnTo>
                  <a:pt x="3059343" y="44626"/>
                </a:lnTo>
                <a:lnTo>
                  <a:pt x="3056819" y="44369"/>
                </a:lnTo>
                <a:lnTo>
                  <a:pt x="3054305" y="44113"/>
                </a:lnTo>
                <a:lnTo>
                  <a:pt x="3051801" y="43858"/>
                </a:lnTo>
                <a:lnTo>
                  <a:pt x="3049308" y="43603"/>
                </a:lnTo>
                <a:lnTo>
                  <a:pt x="3046824" y="43349"/>
                </a:lnTo>
                <a:lnTo>
                  <a:pt x="3044350" y="43096"/>
                </a:lnTo>
                <a:lnTo>
                  <a:pt x="3041885" y="42843"/>
                </a:lnTo>
                <a:lnTo>
                  <a:pt x="3039430" y="42591"/>
                </a:lnTo>
                <a:lnTo>
                  <a:pt x="3036985" y="42340"/>
                </a:lnTo>
                <a:lnTo>
                  <a:pt x="3034549" y="42090"/>
                </a:lnTo>
                <a:lnTo>
                  <a:pt x="3032123" y="41840"/>
                </a:lnTo>
                <a:lnTo>
                  <a:pt x="3029706" y="41591"/>
                </a:lnTo>
                <a:lnTo>
                  <a:pt x="3027298" y="41342"/>
                </a:lnTo>
                <a:lnTo>
                  <a:pt x="3024899" y="41095"/>
                </a:lnTo>
                <a:lnTo>
                  <a:pt x="3022510" y="40848"/>
                </a:lnTo>
                <a:lnTo>
                  <a:pt x="3020129" y="40602"/>
                </a:lnTo>
                <a:lnTo>
                  <a:pt x="3017758" y="40356"/>
                </a:lnTo>
                <a:lnTo>
                  <a:pt x="3015395" y="40111"/>
                </a:lnTo>
                <a:lnTo>
                  <a:pt x="3013042" y="39867"/>
                </a:lnTo>
                <a:lnTo>
                  <a:pt x="3010697" y="39624"/>
                </a:lnTo>
                <a:lnTo>
                  <a:pt x="3008361" y="39381"/>
                </a:lnTo>
                <a:lnTo>
                  <a:pt x="3006033" y="39139"/>
                </a:lnTo>
                <a:lnTo>
                  <a:pt x="3003714" y="38898"/>
                </a:lnTo>
                <a:lnTo>
                  <a:pt x="3001404" y="38657"/>
                </a:lnTo>
                <a:lnTo>
                  <a:pt x="2999102" y="38417"/>
                </a:lnTo>
                <a:lnTo>
                  <a:pt x="2996808" y="38178"/>
                </a:lnTo>
                <a:lnTo>
                  <a:pt x="2994523" y="37939"/>
                </a:lnTo>
                <a:lnTo>
                  <a:pt x="2992246" y="37702"/>
                </a:lnTo>
                <a:lnTo>
                  <a:pt x="2989977" y="37464"/>
                </a:lnTo>
                <a:lnTo>
                  <a:pt x="2987717" y="37228"/>
                </a:lnTo>
                <a:lnTo>
                  <a:pt x="2985464" y="36992"/>
                </a:lnTo>
                <a:lnTo>
                  <a:pt x="2983220" y="36757"/>
                </a:lnTo>
                <a:lnTo>
                  <a:pt x="2980984" y="36523"/>
                </a:lnTo>
                <a:lnTo>
                  <a:pt x="2978755" y="36289"/>
                </a:lnTo>
                <a:lnTo>
                  <a:pt x="2976534" y="36056"/>
                </a:lnTo>
                <a:lnTo>
                  <a:pt x="2974322" y="35824"/>
                </a:lnTo>
                <a:lnTo>
                  <a:pt x="2972117" y="35592"/>
                </a:lnTo>
                <a:lnTo>
                  <a:pt x="2969919" y="35362"/>
                </a:lnTo>
                <a:lnTo>
                  <a:pt x="2967730" y="35131"/>
                </a:lnTo>
                <a:lnTo>
                  <a:pt x="2965548" y="34902"/>
                </a:lnTo>
                <a:lnTo>
                  <a:pt x="2963373" y="34673"/>
                </a:lnTo>
                <a:lnTo>
                  <a:pt x="2961206" y="34445"/>
                </a:lnTo>
                <a:lnTo>
                  <a:pt x="2959046" y="34218"/>
                </a:lnTo>
                <a:lnTo>
                  <a:pt x="2956894" y="33991"/>
                </a:lnTo>
                <a:lnTo>
                  <a:pt x="2954749" y="33765"/>
                </a:lnTo>
                <a:lnTo>
                  <a:pt x="2952612" y="33540"/>
                </a:lnTo>
                <a:lnTo>
                  <a:pt x="2950482" y="33315"/>
                </a:lnTo>
                <a:lnTo>
                  <a:pt x="2948359" y="33091"/>
                </a:lnTo>
                <a:lnTo>
                  <a:pt x="2946243" y="32868"/>
                </a:lnTo>
                <a:lnTo>
                  <a:pt x="2944134" y="32645"/>
                </a:lnTo>
                <a:lnTo>
                  <a:pt x="2942032" y="32423"/>
                </a:lnTo>
                <a:lnTo>
                  <a:pt x="2939937" y="32202"/>
                </a:lnTo>
                <a:lnTo>
                  <a:pt x="2937849" y="31982"/>
                </a:lnTo>
                <a:lnTo>
                  <a:pt x="2935769" y="31762"/>
                </a:lnTo>
                <a:lnTo>
                  <a:pt x="2933694" y="31543"/>
                </a:lnTo>
                <a:lnTo>
                  <a:pt x="2931627" y="31324"/>
                </a:lnTo>
                <a:lnTo>
                  <a:pt x="2929567" y="31107"/>
                </a:lnTo>
                <a:lnTo>
                  <a:pt x="2927513" y="30890"/>
                </a:lnTo>
                <a:lnTo>
                  <a:pt x="2921783" y="30673"/>
                </a:lnTo>
                <a:lnTo>
                  <a:pt x="2907460" y="30458"/>
                </a:lnTo>
                <a:lnTo>
                  <a:pt x="2893138" y="30243"/>
                </a:lnTo>
                <a:lnTo>
                  <a:pt x="2878815" y="30028"/>
                </a:lnTo>
                <a:lnTo>
                  <a:pt x="2864493" y="29815"/>
                </a:lnTo>
                <a:lnTo>
                  <a:pt x="2850170" y="29602"/>
                </a:lnTo>
                <a:lnTo>
                  <a:pt x="2835848" y="29390"/>
                </a:lnTo>
                <a:lnTo>
                  <a:pt x="2821525" y="29178"/>
                </a:lnTo>
                <a:lnTo>
                  <a:pt x="2807203" y="28967"/>
                </a:lnTo>
                <a:lnTo>
                  <a:pt x="2792881" y="28757"/>
                </a:lnTo>
                <a:lnTo>
                  <a:pt x="2778558" y="28548"/>
                </a:lnTo>
                <a:lnTo>
                  <a:pt x="2764236" y="28339"/>
                </a:lnTo>
                <a:lnTo>
                  <a:pt x="2749913" y="28131"/>
                </a:lnTo>
                <a:lnTo>
                  <a:pt x="2735591" y="27923"/>
                </a:lnTo>
                <a:lnTo>
                  <a:pt x="2721268" y="27717"/>
                </a:lnTo>
                <a:lnTo>
                  <a:pt x="2706946" y="27511"/>
                </a:lnTo>
                <a:lnTo>
                  <a:pt x="2692623" y="27305"/>
                </a:lnTo>
                <a:lnTo>
                  <a:pt x="2678301" y="27101"/>
                </a:lnTo>
                <a:lnTo>
                  <a:pt x="2663978" y="26897"/>
                </a:lnTo>
                <a:lnTo>
                  <a:pt x="2649656" y="26693"/>
                </a:lnTo>
                <a:lnTo>
                  <a:pt x="2635333" y="26491"/>
                </a:lnTo>
                <a:lnTo>
                  <a:pt x="2621011" y="26289"/>
                </a:lnTo>
                <a:lnTo>
                  <a:pt x="2606688" y="26087"/>
                </a:lnTo>
                <a:lnTo>
                  <a:pt x="2592366" y="25887"/>
                </a:lnTo>
                <a:lnTo>
                  <a:pt x="2578044" y="25687"/>
                </a:lnTo>
                <a:lnTo>
                  <a:pt x="2563721" y="25488"/>
                </a:lnTo>
                <a:lnTo>
                  <a:pt x="2549399" y="25289"/>
                </a:lnTo>
                <a:lnTo>
                  <a:pt x="2535076" y="25091"/>
                </a:lnTo>
                <a:lnTo>
                  <a:pt x="2520754" y="24894"/>
                </a:lnTo>
                <a:lnTo>
                  <a:pt x="2506431" y="24697"/>
                </a:lnTo>
                <a:lnTo>
                  <a:pt x="2492109" y="24502"/>
                </a:lnTo>
                <a:lnTo>
                  <a:pt x="2477786" y="24306"/>
                </a:lnTo>
                <a:lnTo>
                  <a:pt x="2463464" y="24112"/>
                </a:lnTo>
                <a:lnTo>
                  <a:pt x="2449141" y="23918"/>
                </a:lnTo>
                <a:lnTo>
                  <a:pt x="2434819" y="23725"/>
                </a:lnTo>
                <a:lnTo>
                  <a:pt x="2420496" y="23533"/>
                </a:lnTo>
                <a:lnTo>
                  <a:pt x="2406174" y="23341"/>
                </a:lnTo>
                <a:lnTo>
                  <a:pt x="2391851" y="23150"/>
                </a:lnTo>
                <a:lnTo>
                  <a:pt x="2377529" y="22959"/>
                </a:lnTo>
                <a:lnTo>
                  <a:pt x="2363207" y="22769"/>
                </a:lnTo>
                <a:lnTo>
                  <a:pt x="2348884" y="22580"/>
                </a:lnTo>
                <a:lnTo>
                  <a:pt x="2334562" y="22392"/>
                </a:lnTo>
                <a:lnTo>
                  <a:pt x="2320239" y="22204"/>
                </a:lnTo>
                <a:lnTo>
                  <a:pt x="2305917" y="22017"/>
                </a:lnTo>
                <a:lnTo>
                  <a:pt x="2291594" y="21831"/>
                </a:lnTo>
                <a:lnTo>
                  <a:pt x="2277272" y="21645"/>
                </a:lnTo>
                <a:lnTo>
                  <a:pt x="2262949" y="21460"/>
                </a:lnTo>
                <a:lnTo>
                  <a:pt x="2248627" y="21276"/>
                </a:lnTo>
                <a:lnTo>
                  <a:pt x="2234304" y="21092"/>
                </a:lnTo>
                <a:lnTo>
                  <a:pt x="2219982" y="20909"/>
                </a:lnTo>
                <a:lnTo>
                  <a:pt x="2205659" y="20726"/>
                </a:lnTo>
                <a:lnTo>
                  <a:pt x="2191337" y="20545"/>
                </a:lnTo>
                <a:lnTo>
                  <a:pt x="2177014" y="20364"/>
                </a:lnTo>
                <a:lnTo>
                  <a:pt x="2162692" y="20183"/>
                </a:lnTo>
                <a:lnTo>
                  <a:pt x="2148370" y="20004"/>
                </a:lnTo>
                <a:lnTo>
                  <a:pt x="2134047" y="19825"/>
                </a:lnTo>
                <a:lnTo>
                  <a:pt x="2119725" y="19646"/>
                </a:lnTo>
                <a:lnTo>
                  <a:pt x="2105402" y="19468"/>
                </a:lnTo>
                <a:lnTo>
                  <a:pt x="2091080" y="19291"/>
                </a:lnTo>
                <a:lnTo>
                  <a:pt x="2076757" y="19115"/>
                </a:lnTo>
                <a:lnTo>
                  <a:pt x="2062435" y="18939"/>
                </a:lnTo>
                <a:lnTo>
                  <a:pt x="2048112" y="18764"/>
                </a:lnTo>
                <a:lnTo>
                  <a:pt x="2033790" y="18590"/>
                </a:lnTo>
                <a:lnTo>
                  <a:pt x="2019467" y="18416"/>
                </a:lnTo>
                <a:lnTo>
                  <a:pt x="2005145" y="18243"/>
                </a:lnTo>
                <a:lnTo>
                  <a:pt x="1990822" y="18070"/>
                </a:lnTo>
                <a:lnTo>
                  <a:pt x="1976500" y="17899"/>
                </a:lnTo>
                <a:lnTo>
                  <a:pt x="1962177" y="17728"/>
                </a:lnTo>
                <a:lnTo>
                  <a:pt x="1947855" y="17557"/>
                </a:lnTo>
                <a:lnTo>
                  <a:pt x="1933533" y="17387"/>
                </a:lnTo>
                <a:lnTo>
                  <a:pt x="1919210" y="17218"/>
                </a:lnTo>
                <a:lnTo>
                  <a:pt x="1904888" y="17050"/>
                </a:lnTo>
                <a:lnTo>
                  <a:pt x="1890565" y="16882"/>
                </a:lnTo>
                <a:lnTo>
                  <a:pt x="1876243" y="16715"/>
                </a:lnTo>
                <a:lnTo>
                  <a:pt x="1861920" y="16548"/>
                </a:lnTo>
                <a:lnTo>
                  <a:pt x="1847598" y="16382"/>
                </a:lnTo>
                <a:lnTo>
                  <a:pt x="1833275" y="16217"/>
                </a:lnTo>
                <a:lnTo>
                  <a:pt x="1818953" y="16052"/>
                </a:lnTo>
                <a:lnTo>
                  <a:pt x="1804630" y="15888"/>
                </a:lnTo>
                <a:lnTo>
                  <a:pt x="1790308" y="15725"/>
                </a:lnTo>
                <a:lnTo>
                  <a:pt x="1775985" y="15562"/>
                </a:lnTo>
                <a:lnTo>
                  <a:pt x="1761663" y="15400"/>
                </a:lnTo>
                <a:lnTo>
                  <a:pt x="1747340" y="15239"/>
                </a:lnTo>
                <a:lnTo>
                  <a:pt x="1733018" y="15078"/>
                </a:lnTo>
                <a:lnTo>
                  <a:pt x="1718696" y="14918"/>
                </a:lnTo>
                <a:lnTo>
                  <a:pt x="1704373" y="14759"/>
                </a:lnTo>
                <a:lnTo>
                  <a:pt x="1690051" y="14600"/>
                </a:lnTo>
                <a:lnTo>
                  <a:pt x="1675728" y="14442"/>
                </a:lnTo>
                <a:lnTo>
                  <a:pt x="1661406" y="14284"/>
                </a:lnTo>
                <a:lnTo>
                  <a:pt x="1647083" y="14127"/>
                </a:lnTo>
                <a:lnTo>
                  <a:pt x="1632761" y="13971"/>
                </a:lnTo>
                <a:lnTo>
                  <a:pt x="1618438" y="13815"/>
                </a:lnTo>
                <a:lnTo>
                  <a:pt x="1604116" y="13660"/>
                </a:lnTo>
                <a:lnTo>
                  <a:pt x="1589793" y="13506"/>
                </a:lnTo>
                <a:lnTo>
                  <a:pt x="1575471" y="13352"/>
                </a:lnTo>
                <a:lnTo>
                  <a:pt x="1561148" y="13199"/>
                </a:lnTo>
                <a:lnTo>
                  <a:pt x="1546826" y="13047"/>
                </a:lnTo>
                <a:lnTo>
                  <a:pt x="1532503" y="12895"/>
                </a:lnTo>
                <a:lnTo>
                  <a:pt x="1518181" y="12744"/>
                </a:lnTo>
                <a:lnTo>
                  <a:pt x="1503859" y="12593"/>
                </a:lnTo>
                <a:lnTo>
                  <a:pt x="1489536" y="12443"/>
                </a:lnTo>
                <a:lnTo>
                  <a:pt x="1475214" y="12294"/>
                </a:lnTo>
                <a:lnTo>
                  <a:pt x="1460891" y="12145"/>
                </a:lnTo>
                <a:lnTo>
                  <a:pt x="1446569" y="11997"/>
                </a:lnTo>
                <a:lnTo>
                  <a:pt x="1432246" y="11850"/>
                </a:lnTo>
                <a:lnTo>
                  <a:pt x="1417924" y="11703"/>
                </a:lnTo>
                <a:lnTo>
                  <a:pt x="1403601" y="11557"/>
                </a:lnTo>
                <a:lnTo>
                  <a:pt x="1389279" y="11411"/>
                </a:lnTo>
                <a:lnTo>
                  <a:pt x="1374956" y="11266"/>
                </a:lnTo>
                <a:lnTo>
                  <a:pt x="1360634" y="11122"/>
                </a:lnTo>
                <a:lnTo>
                  <a:pt x="1346311" y="10978"/>
                </a:lnTo>
                <a:lnTo>
                  <a:pt x="1331989" y="10835"/>
                </a:lnTo>
                <a:lnTo>
                  <a:pt x="1317666" y="10692"/>
                </a:lnTo>
                <a:lnTo>
                  <a:pt x="1303344" y="10551"/>
                </a:lnTo>
                <a:lnTo>
                  <a:pt x="1289022" y="10409"/>
                </a:lnTo>
                <a:lnTo>
                  <a:pt x="1274699" y="10269"/>
                </a:lnTo>
                <a:lnTo>
                  <a:pt x="1260377" y="10129"/>
                </a:lnTo>
                <a:lnTo>
                  <a:pt x="1246054" y="9989"/>
                </a:lnTo>
                <a:lnTo>
                  <a:pt x="1231732" y="9850"/>
                </a:lnTo>
                <a:lnTo>
                  <a:pt x="1217409" y="9712"/>
                </a:lnTo>
                <a:lnTo>
                  <a:pt x="1203087" y="9574"/>
                </a:lnTo>
                <a:lnTo>
                  <a:pt x="1188764" y="9437"/>
                </a:lnTo>
                <a:lnTo>
                  <a:pt x="1174442" y="9301"/>
                </a:lnTo>
                <a:lnTo>
                  <a:pt x="1160119" y="9165"/>
                </a:lnTo>
                <a:lnTo>
                  <a:pt x="1145797" y="9030"/>
                </a:lnTo>
                <a:lnTo>
                  <a:pt x="1131474" y="8895"/>
                </a:lnTo>
                <a:lnTo>
                  <a:pt x="1117152" y="8761"/>
                </a:lnTo>
                <a:lnTo>
                  <a:pt x="1102829" y="8628"/>
                </a:lnTo>
                <a:lnTo>
                  <a:pt x="1088507" y="8495"/>
                </a:lnTo>
                <a:lnTo>
                  <a:pt x="1074185" y="8362"/>
                </a:lnTo>
                <a:lnTo>
                  <a:pt x="1059862" y="8231"/>
                </a:lnTo>
                <a:lnTo>
                  <a:pt x="1045540" y="8100"/>
                </a:lnTo>
                <a:lnTo>
                  <a:pt x="1031217" y="7969"/>
                </a:lnTo>
                <a:lnTo>
                  <a:pt x="1016895" y="7839"/>
                </a:lnTo>
                <a:lnTo>
                  <a:pt x="1002572" y="7710"/>
                </a:lnTo>
                <a:lnTo>
                  <a:pt x="988250" y="7581"/>
                </a:lnTo>
                <a:lnTo>
                  <a:pt x="973927" y="7453"/>
                </a:lnTo>
                <a:lnTo>
                  <a:pt x="959605" y="7325"/>
                </a:lnTo>
                <a:lnTo>
                  <a:pt x="945282" y="7198"/>
                </a:lnTo>
                <a:lnTo>
                  <a:pt x="930960" y="7072"/>
                </a:lnTo>
                <a:lnTo>
                  <a:pt x="916637" y="6946"/>
                </a:lnTo>
                <a:lnTo>
                  <a:pt x="902315" y="6821"/>
                </a:lnTo>
                <a:lnTo>
                  <a:pt x="887992" y="6696"/>
                </a:lnTo>
                <a:lnTo>
                  <a:pt x="873670" y="6572"/>
                </a:lnTo>
                <a:lnTo>
                  <a:pt x="859348" y="6448"/>
                </a:lnTo>
                <a:lnTo>
                  <a:pt x="845025" y="6325"/>
                </a:lnTo>
                <a:lnTo>
                  <a:pt x="830703" y="6203"/>
                </a:lnTo>
                <a:lnTo>
                  <a:pt x="816380" y="6081"/>
                </a:lnTo>
                <a:lnTo>
                  <a:pt x="802058" y="5959"/>
                </a:lnTo>
                <a:lnTo>
                  <a:pt x="787735" y="5839"/>
                </a:lnTo>
                <a:lnTo>
                  <a:pt x="773413" y="5718"/>
                </a:lnTo>
                <a:lnTo>
                  <a:pt x="759090" y="5599"/>
                </a:lnTo>
                <a:lnTo>
                  <a:pt x="744768" y="5480"/>
                </a:lnTo>
                <a:lnTo>
                  <a:pt x="730445" y="5361"/>
                </a:lnTo>
                <a:lnTo>
                  <a:pt x="716123" y="5243"/>
                </a:lnTo>
                <a:lnTo>
                  <a:pt x="701800" y="5126"/>
                </a:lnTo>
                <a:lnTo>
                  <a:pt x="687478" y="5009"/>
                </a:lnTo>
                <a:lnTo>
                  <a:pt x="673155" y="4892"/>
                </a:lnTo>
                <a:lnTo>
                  <a:pt x="658833" y="4777"/>
                </a:lnTo>
                <a:lnTo>
                  <a:pt x="644511" y="4661"/>
                </a:lnTo>
                <a:lnTo>
                  <a:pt x="630188" y="4547"/>
                </a:lnTo>
                <a:lnTo>
                  <a:pt x="615866" y="4432"/>
                </a:lnTo>
                <a:lnTo>
                  <a:pt x="601543" y="4319"/>
                </a:lnTo>
                <a:lnTo>
                  <a:pt x="587221" y="4206"/>
                </a:lnTo>
                <a:lnTo>
                  <a:pt x="572898" y="4093"/>
                </a:lnTo>
                <a:lnTo>
                  <a:pt x="558576" y="3981"/>
                </a:lnTo>
                <a:lnTo>
                  <a:pt x="544253" y="3870"/>
                </a:lnTo>
                <a:lnTo>
                  <a:pt x="529931" y="3759"/>
                </a:lnTo>
                <a:lnTo>
                  <a:pt x="515608" y="3648"/>
                </a:lnTo>
                <a:lnTo>
                  <a:pt x="501286" y="3538"/>
                </a:lnTo>
                <a:lnTo>
                  <a:pt x="486963" y="3429"/>
                </a:lnTo>
                <a:lnTo>
                  <a:pt x="472641" y="3320"/>
                </a:lnTo>
                <a:lnTo>
                  <a:pt x="458318" y="3211"/>
                </a:lnTo>
                <a:lnTo>
                  <a:pt x="443996" y="3104"/>
                </a:lnTo>
                <a:lnTo>
                  <a:pt x="429674" y="2996"/>
                </a:lnTo>
                <a:lnTo>
                  <a:pt x="415351" y="2889"/>
                </a:lnTo>
                <a:lnTo>
                  <a:pt x="401029" y="2783"/>
                </a:lnTo>
                <a:lnTo>
                  <a:pt x="386706" y="2677"/>
                </a:lnTo>
                <a:lnTo>
                  <a:pt x="372384" y="2572"/>
                </a:lnTo>
                <a:lnTo>
                  <a:pt x="358061" y="2467"/>
                </a:lnTo>
                <a:lnTo>
                  <a:pt x="343739" y="2363"/>
                </a:lnTo>
                <a:lnTo>
                  <a:pt x="329416" y="2259"/>
                </a:lnTo>
                <a:lnTo>
                  <a:pt x="315094" y="2155"/>
                </a:lnTo>
                <a:lnTo>
                  <a:pt x="300771" y="2052"/>
                </a:lnTo>
                <a:lnTo>
                  <a:pt x="286449" y="1950"/>
                </a:lnTo>
                <a:lnTo>
                  <a:pt x="272126" y="1848"/>
                </a:lnTo>
                <a:lnTo>
                  <a:pt x="257804" y="1747"/>
                </a:lnTo>
                <a:lnTo>
                  <a:pt x="243481" y="1646"/>
                </a:lnTo>
                <a:lnTo>
                  <a:pt x="229159" y="1545"/>
                </a:lnTo>
                <a:lnTo>
                  <a:pt x="214837" y="1445"/>
                </a:lnTo>
                <a:lnTo>
                  <a:pt x="200514" y="1346"/>
                </a:lnTo>
                <a:lnTo>
                  <a:pt x="186192" y="1247"/>
                </a:lnTo>
                <a:lnTo>
                  <a:pt x="171869" y="1148"/>
                </a:lnTo>
                <a:lnTo>
                  <a:pt x="157547" y="1050"/>
                </a:lnTo>
                <a:lnTo>
                  <a:pt x="143224" y="952"/>
                </a:lnTo>
                <a:lnTo>
                  <a:pt x="128902" y="855"/>
                </a:lnTo>
                <a:lnTo>
                  <a:pt x="114579" y="758"/>
                </a:lnTo>
                <a:lnTo>
                  <a:pt x="100257" y="662"/>
                </a:lnTo>
                <a:lnTo>
                  <a:pt x="85934" y="566"/>
                </a:lnTo>
                <a:lnTo>
                  <a:pt x="71612" y="471"/>
                </a:lnTo>
                <a:lnTo>
                  <a:pt x="57289" y="376"/>
                </a:lnTo>
                <a:lnTo>
                  <a:pt x="42967" y="281"/>
                </a:lnTo>
                <a:lnTo>
                  <a:pt x="28644" y="187"/>
                </a:lnTo>
                <a:lnTo>
                  <a:pt x="14322" y="94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(c) n_e legend line"/>
          <p:cNvSpPr/>
          <p:nvPr/>
        </p:nvSpPr>
        <p:spPr>
          <a:xfrm>
            <a:off x="4544568" y="6501383"/>
            <a:ext cx="292608" cy="0"/>
          </a:xfrm>
          <a:custGeom>
            <a:avLst/>
            <a:gdLst/>
            <a:ahLst/>
            <a:cxnLst/>
            <a:rect l="l" t="t" r="r" b="b"/>
            <a:pathLst>
              <a:path w="292608">
                <a:moveTo>
                  <a:pt x="0" y="0"/>
                </a:moveTo>
                <a:lnTo>
                  <a:pt x="292608" y="0"/>
                </a:lnTo>
              </a:path>
            </a:pathLst>
          </a:custGeom>
          <a:noFill/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(c) n_e legend"/>
          <p:cNvSpPr txBox="1"/>
          <p:nvPr/>
        </p:nvSpPr>
        <p:spPr>
          <a:xfrm>
            <a:off x="4892040" y="6382512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i="1">
                <a:solidFill>
                  <a:srgbClr val="2B2B2B"/>
                </a:solidFill>
                <a:latin typeface="Times New Roman"/>
              </a:rPr>
              <a:t>n</a:t>
            </a:r>
            <a:r>
              <a:rPr sz="1300" i="1" baseline="-40000">
                <a:solidFill>
                  <a:srgbClr val="2B2B2B"/>
                </a:solidFill>
                <a:latin typeface="Times New Roman"/>
              </a:rPr>
              <a:t>e</a:t>
            </a:r>
          </a:p>
        </p:txBody>
      </p:sp>
      <p:sp>
        <p:nvSpPr>
          <p:cNvPr id="106" name="(c) n_i legend line"/>
          <p:cNvSpPr/>
          <p:nvPr/>
        </p:nvSpPr>
        <p:spPr>
          <a:xfrm>
            <a:off x="5276088" y="6501383"/>
            <a:ext cx="292608" cy="0"/>
          </a:xfrm>
          <a:custGeom>
            <a:avLst/>
            <a:gdLst/>
            <a:ahLst/>
            <a:cxnLst/>
            <a:rect l="l" t="t" r="r" b="b"/>
            <a:pathLst>
              <a:path w="292608">
                <a:moveTo>
                  <a:pt x="0" y="0"/>
                </a:moveTo>
                <a:lnTo>
                  <a:pt x="292608" y="0"/>
                </a:lnTo>
              </a:path>
            </a:pathLst>
          </a:custGeom>
          <a:noFill/>
          <a:ln w="19050">
            <a:solidFill>
              <a:srgbClr val="EB683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(c) n_i legend"/>
          <p:cNvSpPr txBox="1"/>
          <p:nvPr/>
        </p:nvSpPr>
        <p:spPr>
          <a:xfrm>
            <a:off x="5623559" y="6382512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i="1">
                <a:solidFill>
                  <a:srgbClr val="2B2B2B"/>
                </a:solidFill>
                <a:latin typeface="Times New Roman"/>
              </a:rPr>
              <a:t>n</a:t>
            </a:r>
            <a:r>
              <a:rPr sz="1300" i="1" baseline="-40000">
                <a:solidFill>
                  <a:srgbClr val="2B2B2B"/>
                </a:solidFill>
                <a:latin typeface="Times New Roman"/>
              </a:rPr>
              <a:t>i</a:t>
            </a:r>
          </a:p>
        </p:txBody>
      </p:sp>
      <p:sp>
        <p:nvSpPr>
          <p:cNvPr id="108" name="(c) n_eq legend line"/>
          <p:cNvSpPr/>
          <p:nvPr/>
        </p:nvSpPr>
        <p:spPr>
          <a:xfrm>
            <a:off x="6007607" y="6501383"/>
            <a:ext cx="292609" cy="0"/>
          </a:xfrm>
          <a:custGeom>
            <a:avLst/>
            <a:gdLst/>
            <a:ahLst/>
            <a:cxnLst/>
            <a:rect l="l" t="t" r="r" b="b"/>
            <a:pathLst>
              <a:path w="292609">
                <a:moveTo>
                  <a:pt x="0" y="0"/>
                </a:moveTo>
                <a:lnTo>
                  <a:pt x="292609" y="0"/>
                </a:lnTo>
              </a:path>
            </a:pathLst>
          </a:custGeom>
          <a:noFill/>
          <a:ln w="19050">
            <a:solidFill>
              <a:srgbClr val="1BAF7A"/>
            </a:solidFill>
            <a:prstDash val="dash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(c) n_eq legend"/>
          <p:cNvSpPr txBox="1"/>
          <p:nvPr/>
        </p:nvSpPr>
        <p:spPr>
          <a:xfrm>
            <a:off x="6355079" y="63825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i="1">
                <a:solidFill>
                  <a:srgbClr val="2B2B2B"/>
                </a:solidFill>
                <a:latin typeface="Times New Roman"/>
              </a:rPr>
              <a:t>n</a:t>
            </a:r>
            <a:r>
              <a:rPr sz="1300" i="0" baseline="-40000">
                <a:solidFill>
                  <a:srgbClr val="2B2B2B"/>
                </a:solidFill>
                <a:latin typeface="Times New Roman"/>
              </a:rPr>
              <a:t>eq</a:t>
            </a:r>
            <a:r>
              <a:rPr sz="1300" i="0">
                <a:solidFill>
                  <a:srgbClr val="2B2B2B"/>
                </a:solidFill>
                <a:latin typeface="Times New Roman"/>
              </a:rPr>
              <a:t>(</a:t>
            </a:r>
            <a:r>
              <a:rPr sz="1300" i="1">
                <a:solidFill>
                  <a:srgbClr val="2B2B2B"/>
                </a:solidFill>
                <a:latin typeface="Times New Roman"/>
              </a:rPr>
              <a:t>T</a:t>
            </a:r>
            <a:r>
              <a:rPr sz="1300" i="1" baseline="-40000">
                <a:solidFill>
                  <a:srgbClr val="2B2B2B"/>
                </a:solidFill>
                <a:latin typeface="Times New Roman"/>
              </a:rPr>
              <a:t>h</a:t>
            </a:r>
            <a:r>
              <a:rPr sz="1300" i="0">
                <a:solidFill>
                  <a:srgbClr val="2B2B2B"/>
                </a:solidFill>
                <a:latin typeface="Times New Roman"/>
              </a:rPr>
              <a:t>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141</Words>
  <Application>Microsoft Office PowerPoint</Application>
  <PresentationFormat>Custom</PresentationFormat>
  <Paragraphs>48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 schematic</dc:title>
  <dc:subject>PptxGenJS Presentation</dc:subject>
  <dc:creator>PptxGenJS</dc:creator>
  <cp:lastModifiedBy>Vishnu Vardhan</cp:lastModifiedBy>
  <cp:revision>5</cp:revision>
  <dcterms:created xsi:type="dcterms:W3CDTF">2026-10-21T21:28:03Z</dcterms:created>
  <dcterms:modified xsi:type="dcterms:W3CDTF">2026-10-22T01:43:23Z</dcterms:modified>
</cp:coreProperties>
</file>